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5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8577E8-D277-4197-80FC-DFE738C29713}" type="doc">
      <dgm:prSet loTypeId="urn:microsoft.com/office/officeart/2018/2/layout/IconCircleList" loCatId="icon" qsTypeId="urn:microsoft.com/office/officeart/2005/8/quickstyle/simple1#67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27AF5D0-ECCD-4E7C-AC36-A8057E012E4E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1. </a:t>
          </a:r>
          <a:r>
            <a:rPr lang="fr-FR" b="1" noProof="0" dirty="0"/>
            <a:t>Qu'est-ce que le Bac Pro MCV </a:t>
          </a:r>
          <a:endParaRPr lang="fr-FR" noProof="0" dirty="0"/>
        </a:p>
      </dgm:t>
    </dgm:pt>
    <dgm:pt modelId="{A1DD77AC-CC17-4F9F-919D-E981C545248D}" type="parTrans" cxnId="{640CAA97-CE88-4F0F-BF73-466B64FDEEA6}">
      <dgm:prSet/>
      <dgm:spPr/>
      <dgm:t>
        <a:bodyPr/>
        <a:lstStyle/>
        <a:p>
          <a:endParaRPr lang="en-US"/>
        </a:p>
      </dgm:t>
    </dgm:pt>
    <dgm:pt modelId="{97BF4616-8AC1-4715-8E1E-3C90891FBAA4}" type="sibTrans" cxnId="{640CAA97-CE88-4F0F-BF73-466B64FDEEA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223511-99AE-42C8-9CEF-98F4AC3F280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2. </a:t>
          </a:r>
          <a:r>
            <a:rPr lang="fr-FR" b="1" noProof="0" dirty="0"/>
            <a:t>Les 4 grands blocs de compétences</a:t>
          </a:r>
          <a:endParaRPr lang="fr-FR" noProof="0" dirty="0"/>
        </a:p>
      </dgm:t>
    </dgm:pt>
    <dgm:pt modelId="{787A2D5E-7BDC-4BE6-8C4C-6E81BC14EB4B}" type="parTrans" cxnId="{17C0DE40-E492-4217-B95B-795D979FFA6A}">
      <dgm:prSet/>
      <dgm:spPr/>
      <dgm:t>
        <a:bodyPr/>
        <a:lstStyle/>
        <a:p>
          <a:endParaRPr lang="en-US"/>
        </a:p>
      </dgm:t>
    </dgm:pt>
    <dgm:pt modelId="{84E91BD3-743F-4822-83ED-38B6A9427DAC}" type="sibTrans" cxnId="{17C0DE40-E492-4217-B95B-795D979FFA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8B0048-466A-4192-ADFB-340708134B4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3. </a:t>
          </a:r>
          <a:r>
            <a:rPr lang="fr-FR" b="1" noProof="0" dirty="0"/>
            <a:t>Les 4 grands blocs de compétences</a:t>
          </a:r>
          <a:endParaRPr lang="fr-FR" noProof="0" dirty="0"/>
        </a:p>
      </dgm:t>
    </dgm:pt>
    <dgm:pt modelId="{EDE02256-88A6-45E4-9B6F-5EBBD6FE3996}" type="parTrans" cxnId="{CF2E1A9D-D5D9-4869-9471-134520FFA474}">
      <dgm:prSet/>
      <dgm:spPr/>
      <dgm:t>
        <a:bodyPr/>
        <a:lstStyle/>
        <a:p>
          <a:endParaRPr lang="en-US"/>
        </a:p>
      </dgm:t>
    </dgm:pt>
    <dgm:pt modelId="{136B03C9-3CD8-4315-A255-FB7C4D76F218}" type="sibTrans" cxnId="{CF2E1A9D-D5D9-4869-9471-134520FFA4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AF60A4-55B9-4F6A-ACF3-125A09A2FE0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4. </a:t>
          </a:r>
          <a:r>
            <a:rPr lang="fr-FR" b="1" noProof="0" dirty="0"/>
            <a:t>Le savoir-être : la clé du métier de vendeur</a:t>
          </a:r>
          <a:endParaRPr lang="fr-FR" noProof="0" dirty="0"/>
        </a:p>
      </dgm:t>
    </dgm:pt>
    <dgm:pt modelId="{4D632F2B-6F17-439B-8BCC-6FC019AA0516}" type="parTrans" cxnId="{5BB50A20-859D-4EE9-B348-008046C054F4}">
      <dgm:prSet/>
      <dgm:spPr/>
      <dgm:t>
        <a:bodyPr/>
        <a:lstStyle/>
        <a:p>
          <a:endParaRPr lang="en-US"/>
        </a:p>
      </dgm:t>
    </dgm:pt>
    <dgm:pt modelId="{9251CE3F-5550-48E0-9BC3-1AC474B77FEC}" type="sibTrans" cxnId="{5BB50A20-859D-4EE9-B348-008046C054F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FDDC03-9897-42D8-8475-895E808CAB71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5.</a:t>
          </a:r>
          <a:r>
            <a:rPr lang="fr-FR" b="1" noProof="0" dirty="0"/>
            <a:t> Comment réussir sa Première ?</a:t>
          </a:r>
          <a:endParaRPr lang="fr-FR" noProof="0" dirty="0"/>
        </a:p>
      </dgm:t>
    </dgm:pt>
    <dgm:pt modelId="{F1C077AD-1496-4998-B727-50489D7A00CD}" type="parTrans" cxnId="{77C9DD3A-BD50-4F50-9A87-47874F346CA4}">
      <dgm:prSet/>
      <dgm:spPr/>
      <dgm:t>
        <a:bodyPr/>
        <a:lstStyle/>
        <a:p>
          <a:endParaRPr lang="en-US"/>
        </a:p>
      </dgm:t>
    </dgm:pt>
    <dgm:pt modelId="{88672FDA-064A-4231-9FF8-73DD947528E7}" type="sibTrans" cxnId="{77C9DD3A-BD50-4F50-9A87-47874F346C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03AA2F9-248F-4C03-86D0-15B3D891D55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6.</a:t>
          </a:r>
          <a:r>
            <a:rPr lang="fr-FR" b="1" noProof="0" dirty="0"/>
            <a:t> Comment réussir sa Terminale ?</a:t>
          </a:r>
          <a:endParaRPr lang="fr-FR" noProof="0" dirty="0"/>
        </a:p>
      </dgm:t>
    </dgm:pt>
    <dgm:pt modelId="{48BB996B-D79D-4D87-9B98-CCA012287ABB}" type="parTrans" cxnId="{B76B34E9-56EE-4A56-A75A-2E55ADBDE300}">
      <dgm:prSet/>
      <dgm:spPr/>
      <dgm:t>
        <a:bodyPr/>
        <a:lstStyle/>
        <a:p>
          <a:endParaRPr lang="en-US"/>
        </a:p>
      </dgm:t>
    </dgm:pt>
    <dgm:pt modelId="{540DF35B-5680-4F3E-ABEE-49496E96E892}" type="sibTrans" cxnId="{B76B34E9-56EE-4A56-A75A-2E55ADBDE3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3417659-0E65-4CAA-9CD8-AAEDC5C0BFB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noProof="0" dirty="0"/>
            <a:t>7.</a:t>
          </a:r>
          <a:r>
            <a:rPr lang="fr-FR" b="1" noProof="0" dirty="0"/>
            <a:t> 4 blocs de compétences.</a:t>
          </a:r>
          <a:r>
            <a:rPr lang="fr-FR" noProof="0" dirty="0"/>
            <a:t> </a:t>
          </a:r>
          <a:r>
            <a:rPr lang="fr-FR" b="1" noProof="0" dirty="0"/>
            <a:t>Un savoir-être exemplaire.</a:t>
          </a:r>
          <a:r>
            <a:rPr lang="fr-FR" noProof="0" dirty="0"/>
            <a:t> </a:t>
          </a:r>
          <a:r>
            <a:rPr lang="fr-FR" b="1" noProof="0" dirty="0"/>
            <a:t>Deux années pour réussir.</a:t>
          </a:r>
          <a:endParaRPr lang="fr-FR" noProof="0" dirty="0"/>
        </a:p>
      </dgm:t>
    </dgm:pt>
    <dgm:pt modelId="{623A90BC-E454-43FE-B314-320BC0E2D8A6}" type="parTrans" cxnId="{8265A97C-DD9C-4847-9C36-BA42C6E9309D}">
      <dgm:prSet/>
      <dgm:spPr/>
      <dgm:t>
        <a:bodyPr/>
        <a:lstStyle/>
        <a:p>
          <a:endParaRPr lang="en-US"/>
        </a:p>
      </dgm:t>
    </dgm:pt>
    <dgm:pt modelId="{9C2574F3-ADE0-4706-BBA1-CF2D524FC65F}" type="sibTrans" cxnId="{8265A97C-DD9C-4847-9C36-BA42C6E930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D756B8-09E9-4D2A-9273-056AF101740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0" noProof="0" dirty="0"/>
            <a:t>8</a:t>
          </a:r>
          <a:r>
            <a:rPr lang="fr-FR" b="1" noProof="0" dirty="0"/>
            <a:t>. Conclusion</a:t>
          </a:r>
        </a:p>
      </dgm:t>
    </dgm:pt>
    <dgm:pt modelId="{AF294EC1-7A38-4543-BA7B-C77B3EF725D9}" type="parTrans" cxnId="{531D2CC6-53DD-4C56-9B6A-735A74301E90}">
      <dgm:prSet/>
      <dgm:spPr/>
      <dgm:t>
        <a:bodyPr/>
        <a:lstStyle/>
        <a:p>
          <a:endParaRPr lang="fr-FR"/>
        </a:p>
      </dgm:t>
    </dgm:pt>
    <dgm:pt modelId="{115D4C63-50DF-436A-9BEA-866561D5B5CE}" type="sibTrans" cxnId="{531D2CC6-53DD-4C56-9B6A-735A74301E90}">
      <dgm:prSet/>
      <dgm:spPr/>
      <dgm:t>
        <a:bodyPr/>
        <a:lstStyle/>
        <a:p>
          <a:endParaRPr lang="fr-FR"/>
        </a:p>
      </dgm:t>
    </dgm:pt>
    <dgm:pt modelId="{EB74CF16-9F2F-4FBC-B6C3-CB22B353FE24}" type="pres">
      <dgm:prSet presAssocID="{518577E8-D277-4197-80FC-DFE738C29713}" presName="root" presStyleCnt="0">
        <dgm:presLayoutVars>
          <dgm:dir/>
          <dgm:resizeHandles val="exact"/>
        </dgm:presLayoutVars>
      </dgm:prSet>
      <dgm:spPr/>
    </dgm:pt>
    <dgm:pt modelId="{A23C2411-C5A7-45C0-B7D2-BA14A6C6C422}" type="pres">
      <dgm:prSet presAssocID="{518577E8-D277-4197-80FC-DFE738C29713}" presName="container" presStyleCnt="0">
        <dgm:presLayoutVars>
          <dgm:dir/>
          <dgm:resizeHandles val="exact"/>
        </dgm:presLayoutVars>
      </dgm:prSet>
      <dgm:spPr/>
    </dgm:pt>
    <dgm:pt modelId="{D4B380EA-CF40-4924-B5D1-BA9CB1D5B20E}" type="pres">
      <dgm:prSet presAssocID="{727AF5D0-ECCD-4E7C-AC36-A8057E012E4E}" presName="compNode" presStyleCnt="0"/>
      <dgm:spPr/>
    </dgm:pt>
    <dgm:pt modelId="{350790A3-9675-4734-9DD2-E9A676ACACDF}" type="pres">
      <dgm:prSet presAssocID="{727AF5D0-ECCD-4E7C-AC36-A8057E012E4E}" presName="iconBgRect" presStyleLbl="bgShp" presStyleIdx="0" presStyleCnt="8"/>
      <dgm:spPr/>
    </dgm:pt>
    <dgm:pt modelId="{69CE3C4A-A28E-4C32-B78C-8EA0A78DE684}" type="pres">
      <dgm:prSet presAssocID="{727AF5D0-ECCD-4E7C-AC36-A8057E012E4E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CC1FA67C-D4C7-460E-8C6E-8E3688498BB6}" type="pres">
      <dgm:prSet presAssocID="{727AF5D0-ECCD-4E7C-AC36-A8057E012E4E}" presName="spaceRect" presStyleCnt="0"/>
      <dgm:spPr/>
    </dgm:pt>
    <dgm:pt modelId="{2B48CE95-551C-4BF0-A19E-F127C6AFB557}" type="pres">
      <dgm:prSet presAssocID="{727AF5D0-ECCD-4E7C-AC36-A8057E012E4E}" presName="textRect" presStyleLbl="revTx" presStyleIdx="0" presStyleCnt="8">
        <dgm:presLayoutVars>
          <dgm:chMax val="1"/>
          <dgm:chPref val="1"/>
        </dgm:presLayoutVars>
      </dgm:prSet>
      <dgm:spPr/>
    </dgm:pt>
    <dgm:pt modelId="{BBDA5E7E-2677-496A-B9A9-FFE053156157}" type="pres">
      <dgm:prSet presAssocID="{97BF4616-8AC1-4715-8E1E-3C90891FBAA4}" presName="sibTrans" presStyleLbl="sibTrans2D1" presStyleIdx="0" presStyleCnt="0"/>
      <dgm:spPr/>
    </dgm:pt>
    <dgm:pt modelId="{95657A65-C363-46AC-AD8B-0F1BC886E8DD}" type="pres">
      <dgm:prSet presAssocID="{D3223511-99AE-42C8-9CEF-98F4AC3F280D}" presName="compNode" presStyleCnt="0"/>
      <dgm:spPr/>
    </dgm:pt>
    <dgm:pt modelId="{FD17791F-72CE-486C-B01D-6435E1D50C99}" type="pres">
      <dgm:prSet presAssocID="{D3223511-99AE-42C8-9CEF-98F4AC3F280D}" presName="iconBgRect" presStyleLbl="bgShp" presStyleIdx="1" presStyleCnt="8"/>
      <dgm:spPr/>
    </dgm:pt>
    <dgm:pt modelId="{33CC8FCA-CA8D-4EED-9FE3-5FDE950942B5}" type="pres">
      <dgm:prSet presAssocID="{D3223511-99AE-42C8-9CEF-98F4AC3F280D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D941FD9-B1B0-4074-93E4-0E0B9FCCBE57}" type="pres">
      <dgm:prSet presAssocID="{D3223511-99AE-42C8-9CEF-98F4AC3F280D}" presName="spaceRect" presStyleCnt="0"/>
      <dgm:spPr/>
    </dgm:pt>
    <dgm:pt modelId="{A46BA6EC-E922-4C51-AA04-20D3A9A22E5E}" type="pres">
      <dgm:prSet presAssocID="{D3223511-99AE-42C8-9CEF-98F4AC3F280D}" presName="textRect" presStyleLbl="revTx" presStyleIdx="1" presStyleCnt="8">
        <dgm:presLayoutVars>
          <dgm:chMax val="1"/>
          <dgm:chPref val="1"/>
        </dgm:presLayoutVars>
      </dgm:prSet>
      <dgm:spPr/>
    </dgm:pt>
    <dgm:pt modelId="{E8E1E3C8-E071-47A9-BCB1-77CA225BBA71}" type="pres">
      <dgm:prSet presAssocID="{84E91BD3-743F-4822-83ED-38B6A9427DAC}" presName="sibTrans" presStyleLbl="sibTrans2D1" presStyleIdx="0" presStyleCnt="0"/>
      <dgm:spPr/>
    </dgm:pt>
    <dgm:pt modelId="{24ED6EE7-53CF-4F89-8B6F-EC1B40C28899}" type="pres">
      <dgm:prSet presAssocID="{988B0048-466A-4192-ADFB-340708134B47}" presName="compNode" presStyleCnt="0"/>
      <dgm:spPr/>
    </dgm:pt>
    <dgm:pt modelId="{0AEC5896-8F14-4076-A346-C2AFF1ABF794}" type="pres">
      <dgm:prSet presAssocID="{988B0048-466A-4192-ADFB-340708134B47}" presName="iconBgRect" presStyleLbl="bgShp" presStyleIdx="2" presStyleCnt="8"/>
      <dgm:spPr/>
    </dgm:pt>
    <dgm:pt modelId="{13900BE6-CAD7-4B8D-A2B7-D2932EA37D61}" type="pres">
      <dgm:prSet presAssocID="{988B0048-466A-4192-ADFB-340708134B47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EBCC7EA7-8084-4A43-B13A-5D58895D93FE}" type="pres">
      <dgm:prSet presAssocID="{988B0048-466A-4192-ADFB-340708134B47}" presName="spaceRect" presStyleCnt="0"/>
      <dgm:spPr/>
    </dgm:pt>
    <dgm:pt modelId="{0C60CBB6-A560-4B21-B97B-C7830E6963E7}" type="pres">
      <dgm:prSet presAssocID="{988B0048-466A-4192-ADFB-340708134B47}" presName="textRect" presStyleLbl="revTx" presStyleIdx="2" presStyleCnt="8">
        <dgm:presLayoutVars>
          <dgm:chMax val="1"/>
          <dgm:chPref val="1"/>
        </dgm:presLayoutVars>
      </dgm:prSet>
      <dgm:spPr/>
    </dgm:pt>
    <dgm:pt modelId="{B455A1B3-6B2A-4A08-BF49-D61679B7EF5E}" type="pres">
      <dgm:prSet presAssocID="{136B03C9-3CD8-4315-A255-FB7C4D76F218}" presName="sibTrans" presStyleLbl="sibTrans2D1" presStyleIdx="0" presStyleCnt="0"/>
      <dgm:spPr/>
    </dgm:pt>
    <dgm:pt modelId="{11CB9150-2643-4D9F-9CB6-72FAD0EF8ADF}" type="pres">
      <dgm:prSet presAssocID="{3AAF60A4-55B9-4F6A-ACF3-125A09A2FE0F}" presName="compNode" presStyleCnt="0"/>
      <dgm:spPr/>
    </dgm:pt>
    <dgm:pt modelId="{44055AB9-3E3C-4C9C-9B43-2E4A73BCD1C8}" type="pres">
      <dgm:prSet presAssocID="{3AAF60A4-55B9-4F6A-ACF3-125A09A2FE0F}" presName="iconBgRect" presStyleLbl="bgShp" presStyleIdx="3" presStyleCnt="8"/>
      <dgm:spPr/>
    </dgm:pt>
    <dgm:pt modelId="{AF50856D-E45A-4FA5-B131-8AE3AEA644D1}" type="pres">
      <dgm:prSet presAssocID="{3AAF60A4-55B9-4F6A-ACF3-125A09A2FE0F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E3C9C497-0693-4900-9EA4-D8CF8B0B6B30}" type="pres">
      <dgm:prSet presAssocID="{3AAF60A4-55B9-4F6A-ACF3-125A09A2FE0F}" presName="spaceRect" presStyleCnt="0"/>
      <dgm:spPr/>
    </dgm:pt>
    <dgm:pt modelId="{14826376-D7C1-4469-9FFB-4E61FF6D764D}" type="pres">
      <dgm:prSet presAssocID="{3AAF60A4-55B9-4F6A-ACF3-125A09A2FE0F}" presName="textRect" presStyleLbl="revTx" presStyleIdx="3" presStyleCnt="8">
        <dgm:presLayoutVars>
          <dgm:chMax val="1"/>
          <dgm:chPref val="1"/>
        </dgm:presLayoutVars>
      </dgm:prSet>
      <dgm:spPr/>
    </dgm:pt>
    <dgm:pt modelId="{FB943956-C0ED-4684-8EA2-7FE86F327A4B}" type="pres">
      <dgm:prSet presAssocID="{9251CE3F-5550-48E0-9BC3-1AC474B77FEC}" presName="sibTrans" presStyleLbl="sibTrans2D1" presStyleIdx="0" presStyleCnt="0"/>
      <dgm:spPr/>
    </dgm:pt>
    <dgm:pt modelId="{2D104D8E-222B-4618-BB66-43FB8EF2475D}" type="pres">
      <dgm:prSet presAssocID="{8BFDDC03-9897-42D8-8475-895E808CAB71}" presName="compNode" presStyleCnt="0"/>
      <dgm:spPr/>
    </dgm:pt>
    <dgm:pt modelId="{79DFC4BA-B5F9-43BC-B5A6-65DAB6AA7DE0}" type="pres">
      <dgm:prSet presAssocID="{8BFDDC03-9897-42D8-8475-895E808CAB71}" presName="iconBgRect" presStyleLbl="bgShp" presStyleIdx="4" presStyleCnt="8"/>
      <dgm:spPr/>
    </dgm:pt>
    <dgm:pt modelId="{5DA2885C-E332-4C9C-BAF4-7434D52A7388}" type="pres">
      <dgm:prSet presAssocID="{8BFDDC03-9897-42D8-8475-895E808CAB71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e"/>
        </a:ext>
      </dgm:extLst>
    </dgm:pt>
    <dgm:pt modelId="{31A9DFB9-4314-4626-98CD-2FEBA36BEF7B}" type="pres">
      <dgm:prSet presAssocID="{8BFDDC03-9897-42D8-8475-895E808CAB71}" presName="spaceRect" presStyleCnt="0"/>
      <dgm:spPr/>
    </dgm:pt>
    <dgm:pt modelId="{273DCC32-CDCD-4065-9048-D41EAEB10EA1}" type="pres">
      <dgm:prSet presAssocID="{8BFDDC03-9897-42D8-8475-895E808CAB71}" presName="textRect" presStyleLbl="revTx" presStyleIdx="4" presStyleCnt="8">
        <dgm:presLayoutVars>
          <dgm:chMax val="1"/>
          <dgm:chPref val="1"/>
        </dgm:presLayoutVars>
      </dgm:prSet>
      <dgm:spPr/>
    </dgm:pt>
    <dgm:pt modelId="{4C7FAC61-4829-4AFC-BFBD-DF927F792BE4}" type="pres">
      <dgm:prSet presAssocID="{88672FDA-064A-4231-9FF8-73DD947528E7}" presName="sibTrans" presStyleLbl="sibTrans2D1" presStyleIdx="0" presStyleCnt="0"/>
      <dgm:spPr/>
    </dgm:pt>
    <dgm:pt modelId="{DE31304E-F67C-4B84-B076-A6387383A082}" type="pres">
      <dgm:prSet presAssocID="{503AA2F9-248F-4C03-86D0-15B3D891D556}" presName="compNode" presStyleCnt="0"/>
      <dgm:spPr/>
    </dgm:pt>
    <dgm:pt modelId="{FC3CF840-FC2A-430B-B3C0-465D0944B3E8}" type="pres">
      <dgm:prSet presAssocID="{503AA2F9-248F-4C03-86D0-15B3D891D556}" presName="iconBgRect" presStyleLbl="bgShp" presStyleIdx="5" presStyleCnt="8"/>
      <dgm:spPr/>
    </dgm:pt>
    <dgm:pt modelId="{3025B307-8679-404B-A8A4-DBB0081498C7}" type="pres">
      <dgm:prSet presAssocID="{503AA2F9-248F-4C03-86D0-15B3D891D556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32C72864-0864-4C34-8A37-4F6EC451E54D}" type="pres">
      <dgm:prSet presAssocID="{503AA2F9-248F-4C03-86D0-15B3D891D556}" presName="spaceRect" presStyleCnt="0"/>
      <dgm:spPr/>
    </dgm:pt>
    <dgm:pt modelId="{C986B8DF-D90F-4EE4-A3F8-74DAE1617676}" type="pres">
      <dgm:prSet presAssocID="{503AA2F9-248F-4C03-86D0-15B3D891D556}" presName="textRect" presStyleLbl="revTx" presStyleIdx="5" presStyleCnt="8">
        <dgm:presLayoutVars>
          <dgm:chMax val="1"/>
          <dgm:chPref val="1"/>
        </dgm:presLayoutVars>
      </dgm:prSet>
      <dgm:spPr/>
    </dgm:pt>
    <dgm:pt modelId="{C43971CF-AEFF-4065-8471-4BA462868EE6}" type="pres">
      <dgm:prSet presAssocID="{540DF35B-5680-4F3E-ABEE-49496E96E892}" presName="sibTrans" presStyleLbl="sibTrans2D1" presStyleIdx="0" presStyleCnt="0"/>
      <dgm:spPr/>
    </dgm:pt>
    <dgm:pt modelId="{70DC12D8-FA73-40B9-BF18-6986500B1DF8}" type="pres">
      <dgm:prSet presAssocID="{93417659-0E65-4CAA-9CD8-AAEDC5C0BFB8}" presName="compNode" presStyleCnt="0"/>
      <dgm:spPr/>
    </dgm:pt>
    <dgm:pt modelId="{D88B989E-7691-4715-A41F-444EB59DA3C9}" type="pres">
      <dgm:prSet presAssocID="{93417659-0E65-4CAA-9CD8-AAEDC5C0BFB8}" presName="iconBgRect" presStyleLbl="bgShp" presStyleIdx="6" presStyleCnt="8"/>
      <dgm:spPr/>
    </dgm:pt>
    <dgm:pt modelId="{6222D120-1922-4E64-9F51-43CCD9E4EC03}" type="pres">
      <dgm:prSet presAssocID="{93417659-0E65-4CAA-9CD8-AAEDC5C0BFB8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ôme"/>
        </a:ext>
      </dgm:extLst>
    </dgm:pt>
    <dgm:pt modelId="{AA8BA87F-64D7-47CA-B212-67F5B57E62C4}" type="pres">
      <dgm:prSet presAssocID="{93417659-0E65-4CAA-9CD8-AAEDC5C0BFB8}" presName="spaceRect" presStyleCnt="0"/>
      <dgm:spPr/>
    </dgm:pt>
    <dgm:pt modelId="{C2A17EFA-03CD-4CE2-ACFC-6285BA6E6DD4}" type="pres">
      <dgm:prSet presAssocID="{93417659-0E65-4CAA-9CD8-AAEDC5C0BFB8}" presName="textRect" presStyleLbl="revTx" presStyleIdx="6" presStyleCnt="8">
        <dgm:presLayoutVars>
          <dgm:chMax val="1"/>
          <dgm:chPref val="1"/>
        </dgm:presLayoutVars>
      </dgm:prSet>
      <dgm:spPr/>
    </dgm:pt>
    <dgm:pt modelId="{0082C104-8C00-43DA-A5C9-5F94887D2C79}" type="pres">
      <dgm:prSet presAssocID="{9C2574F3-ADE0-4706-BBA1-CF2D524FC65F}" presName="sibTrans" presStyleLbl="sibTrans2D1" presStyleIdx="0" presStyleCnt="0"/>
      <dgm:spPr/>
    </dgm:pt>
    <dgm:pt modelId="{3089AA58-7094-4939-BA45-BDF037004706}" type="pres">
      <dgm:prSet presAssocID="{96D756B8-09E9-4D2A-9273-056AF1017409}" presName="compNode" presStyleCnt="0"/>
      <dgm:spPr/>
    </dgm:pt>
    <dgm:pt modelId="{A30F10B4-C842-4FFB-AB45-44ED38338C99}" type="pres">
      <dgm:prSet presAssocID="{96D756B8-09E9-4D2A-9273-056AF1017409}" presName="iconBgRect" presStyleLbl="bgShp" presStyleIdx="7" presStyleCnt="8"/>
      <dgm:spPr/>
    </dgm:pt>
    <dgm:pt modelId="{EA8F7315-E6A8-4622-9962-A5C41A91E9A0}" type="pres">
      <dgm:prSet presAssocID="{96D756B8-09E9-4D2A-9273-056AF1017409}" presName="iconRect" presStyleLbl="node1" presStyleIdx="7" presStyleCnt="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e avec un remplissage uni"/>
        </a:ext>
      </dgm:extLst>
    </dgm:pt>
    <dgm:pt modelId="{561094D0-9090-45DA-9E59-81D43950CFDC}" type="pres">
      <dgm:prSet presAssocID="{96D756B8-09E9-4D2A-9273-056AF1017409}" presName="spaceRect" presStyleCnt="0"/>
      <dgm:spPr/>
    </dgm:pt>
    <dgm:pt modelId="{0BEE2277-7207-4C4F-ABF3-FEEC09BABB38}" type="pres">
      <dgm:prSet presAssocID="{96D756B8-09E9-4D2A-9273-056AF1017409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CE3AB003-A4FD-4354-BD5B-96A2FE5AE9A0}" type="presOf" srcId="{97BF4616-8AC1-4715-8E1E-3C90891FBAA4}" destId="{BBDA5E7E-2677-496A-B9A9-FFE053156157}" srcOrd="0" destOrd="0" presId="urn:microsoft.com/office/officeart/2018/2/layout/IconCircleList"/>
    <dgm:cxn modelId="{5BB50A20-859D-4EE9-B348-008046C054F4}" srcId="{518577E8-D277-4197-80FC-DFE738C29713}" destId="{3AAF60A4-55B9-4F6A-ACF3-125A09A2FE0F}" srcOrd="3" destOrd="0" parTransId="{4D632F2B-6F17-439B-8BCC-6FC019AA0516}" sibTransId="{9251CE3F-5550-48E0-9BC3-1AC474B77FEC}"/>
    <dgm:cxn modelId="{F4F67035-F9B7-4430-B81E-28D17D50D747}" type="presOf" srcId="{503AA2F9-248F-4C03-86D0-15B3D891D556}" destId="{C986B8DF-D90F-4EE4-A3F8-74DAE1617676}" srcOrd="0" destOrd="0" presId="urn:microsoft.com/office/officeart/2018/2/layout/IconCircleList"/>
    <dgm:cxn modelId="{77C9DD3A-BD50-4F50-9A87-47874F346CA4}" srcId="{518577E8-D277-4197-80FC-DFE738C29713}" destId="{8BFDDC03-9897-42D8-8475-895E808CAB71}" srcOrd="4" destOrd="0" parTransId="{F1C077AD-1496-4998-B727-50489D7A00CD}" sibTransId="{88672FDA-064A-4231-9FF8-73DD947528E7}"/>
    <dgm:cxn modelId="{3D2C3E3F-6369-4BB8-BA77-4DEC3A78D180}" type="presOf" srcId="{518577E8-D277-4197-80FC-DFE738C29713}" destId="{EB74CF16-9F2F-4FBC-B6C3-CB22B353FE24}" srcOrd="0" destOrd="0" presId="urn:microsoft.com/office/officeart/2018/2/layout/IconCircleList"/>
    <dgm:cxn modelId="{17C0DE40-E492-4217-B95B-795D979FFA6A}" srcId="{518577E8-D277-4197-80FC-DFE738C29713}" destId="{D3223511-99AE-42C8-9CEF-98F4AC3F280D}" srcOrd="1" destOrd="0" parTransId="{787A2D5E-7BDC-4BE6-8C4C-6E81BC14EB4B}" sibTransId="{84E91BD3-743F-4822-83ED-38B6A9427DAC}"/>
    <dgm:cxn modelId="{8BB34E5B-779C-40DA-8678-54B671CA4DAC}" type="presOf" srcId="{88672FDA-064A-4231-9FF8-73DD947528E7}" destId="{4C7FAC61-4829-4AFC-BFBD-DF927F792BE4}" srcOrd="0" destOrd="0" presId="urn:microsoft.com/office/officeart/2018/2/layout/IconCircleList"/>
    <dgm:cxn modelId="{2821C154-782F-47C9-B8B0-0E8E48198697}" type="presOf" srcId="{96D756B8-09E9-4D2A-9273-056AF1017409}" destId="{0BEE2277-7207-4C4F-ABF3-FEEC09BABB38}" srcOrd="0" destOrd="0" presId="urn:microsoft.com/office/officeart/2018/2/layout/IconCircleList"/>
    <dgm:cxn modelId="{8265A97C-DD9C-4847-9C36-BA42C6E9309D}" srcId="{518577E8-D277-4197-80FC-DFE738C29713}" destId="{93417659-0E65-4CAA-9CD8-AAEDC5C0BFB8}" srcOrd="6" destOrd="0" parTransId="{623A90BC-E454-43FE-B314-320BC0E2D8A6}" sibTransId="{9C2574F3-ADE0-4706-BBA1-CF2D524FC65F}"/>
    <dgm:cxn modelId="{9E64B57C-E153-4F04-B647-DC9A49C63C83}" type="presOf" srcId="{84E91BD3-743F-4822-83ED-38B6A9427DAC}" destId="{E8E1E3C8-E071-47A9-BCB1-77CA225BBA71}" srcOrd="0" destOrd="0" presId="urn:microsoft.com/office/officeart/2018/2/layout/IconCircleList"/>
    <dgm:cxn modelId="{3B155686-A50D-483F-9536-53FE821FE245}" type="presOf" srcId="{9251CE3F-5550-48E0-9BC3-1AC474B77FEC}" destId="{FB943956-C0ED-4684-8EA2-7FE86F327A4B}" srcOrd="0" destOrd="0" presId="urn:microsoft.com/office/officeart/2018/2/layout/IconCircleList"/>
    <dgm:cxn modelId="{FA425987-B845-499C-BA00-1A450BCB3E12}" type="presOf" srcId="{136B03C9-3CD8-4315-A255-FB7C4D76F218}" destId="{B455A1B3-6B2A-4A08-BF49-D61679B7EF5E}" srcOrd="0" destOrd="0" presId="urn:microsoft.com/office/officeart/2018/2/layout/IconCircleList"/>
    <dgm:cxn modelId="{89A6418E-3537-41E6-A062-4C77E8D53A9D}" type="presOf" srcId="{540DF35B-5680-4F3E-ABEE-49496E96E892}" destId="{C43971CF-AEFF-4065-8471-4BA462868EE6}" srcOrd="0" destOrd="0" presId="urn:microsoft.com/office/officeart/2018/2/layout/IconCircleList"/>
    <dgm:cxn modelId="{640CAA97-CE88-4F0F-BF73-466B64FDEEA6}" srcId="{518577E8-D277-4197-80FC-DFE738C29713}" destId="{727AF5D0-ECCD-4E7C-AC36-A8057E012E4E}" srcOrd="0" destOrd="0" parTransId="{A1DD77AC-CC17-4F9F-919D-E981C545248D}" sibTransId="{97BF4616-8AC1-4715-8E1E-3C90891FBAA4}"/>
    <dgm:cxn modelId="{CF2E1A9D-D5D9-4869-9471-134520FFA474}" srcId="{518577E8-D277-4197-80FC-DFE738C29713}" destId="{988B0048-466A-4192-ADFB-340708134B47}" srcOrd="2" destOrd="0" parTransId="{EDE02256-88A6-45E4-9B6F-5EBBD6FE3996}" sibTransId="{136B03C9-3CD8-4315-A255-FB7C4D76F218}"/>
    <dgm:cxn modelId="{C265D6A3-4651-4BDC-8E4A-7E8395291528}" type="presOf" srcId="{93417659-0E65-4CAA-9CD8-AAEDC5C0BFB8}" destId="{C2A17EFA-03CD-4CE2-ACFC-6285BA6E6DD4}" srcOrd="0" destOrd="0" presId="urn:microsoft.com/office/officeart/2018/2/layout/IconCircleList"/>
    <dgm:cxn modelId="{C3D74FAF-ACEE-44D4-AF18-9A61333B40F6}" type="presOf" srcId="{3AAF60A4-55B9-4F6A-ACF3-125A09A2FE0F}" destId="{14826376-D7C1-4469-9FFB-4E61FF6D764D}" srcOrd="0" destOrd="0" presId="urn:microsoft.com/office/officeart/2018/2/layout/IconCircleList"/>
    <dgm:cxn modelId="{92E152C1-9A67-40E3-A311-2ED18BAF4644}" type="presOf" srcId="{988B0048-466A-4192-ADFB-340708134B47}" destId="{0C60CBB6-A560-4B21-B97B-C7830E6963E7}" srcOrd="0" destOrd="0" presId="urn:microsoft.com/office/officeart/2018/2/layout/IconCircleList"/>
    <dgm:cxn modelId="{D5AAA6C1-05C2-4938-9DEA-0464437A89EE}" type="presOf" srcId="{727AF5D0-ECCD-4E7C-AC36-A8057E012E4E}" destId="{2B48CE95-551C-4BF0-A19E-F127C6AFB557}" srcOrd="0" destOrd="0" presId="urn:microsoft.com/office/officeart/2018/2/layout/IconCircleList"/>
    <dgm:cxn modelId="{B71808C6-6E8D-4A82-8148-184A5CC31830}" type="presOf" srcId="{8BFDDC03-9897-42D8-8475-895E808CAB71}" destId="{273DCC32-CDCD-4065-9048-D41EAEB10EA1}" srcOrd="0" destOrd="0" presId="urn:microsoft.com/office/officeart/2018/2/layout/IconCircleList"/>
    <dgm:cxn modelId="{531D2CC6-53DD-4C56-9B6A-735A74301E90}" srcId="{518577E8-D277-4197-80FC-DFE738C29713}" destId="{96D756B8-09E9-4D2A-9273-056AF1017409}" srcOrd="7" destOrd="0" parTransId="{AF294EC1-7A38-4543-BA7B-C77B3EF725D9}" sibTransId="{115D4C63-50DF-436A-9BEA-866561D5B5CE}"/>
    <dgm:cxn modelId="{CABCE5E2-9A04-4D83-B2E3-FB82DAB134A3}" type="presOf" srcId="{9C2574F3-ADE0-4706-BBA1-CF2D524FC65F}" destId="{0082C104-8C00-43DA-A5C9-5F94887D2C79}" srcOrd="0" destOrd="0" presId="urn:microsoft.com/office/officeart/2018/2/layout/IconCircleList"/>
    <dgm:cxn modelId="{B76B34E9-56EE-4A56-A75A-2E55ADBDE300}" srcId="{518577E8-D277-4197-80FC-DFE738C29713}" destId="{503AA2F9-248F-4C03-86D0-15B3D891D556}" srcOrd="5" destOrd="0" parTransId="{48BB996B-D79D-4D87-9B98-CCA012287ABB}" sibTransId="{540DF35B-5680-4F3E-ABEE-49496E96E892}"/>
    <dgm:cxn modelId="{332A94F3-F4C7-4BFE-B22C-C3A5F0FC1894}" type="presOf" srcId="{D3223511-99AE-42C8-9CEF-98F4AC3F280D}" destId="{A46BA6EC-E922-4C51-AA04-20D3A9A22E5E}" srcOrd="0" destOrd="0" presId="urn:microsoft.com/office/officeart/2018/2/layout/IconCircleList"/>
    <dgm:cxn modelId="{484DD6F9-D5A8-46E4-B95E-C8EC38C3723F}" type="presParOf" srcId="{EB74CF16-9F2F-4FBC-B6C3-CB22B353FE24}" destId="{A23C2411-C5A7-45C0-B7D2-BA14A6C6C422}" srcOrd="0" destOrd="0" presId="urn:microsoft.com/office/officeart/2018/2/layout/IconCircleList"/>
    <dgm:cxn modelId="{6A16D485-B328-4AD4-860B-5DA97BEC8A70}" type="presParOf" srcId="{A23C2411-C5A7-45C0-B7D2-BA14A6C6C422}" destId="{D4B380EA-CF40-4924-B5D1-BA9CB1D5B20E}" srcOrd="0" destOrd="0" presId="urn:microsoft.com/office/officeart/2018/2/layout/IconCircleList"/>
    <dgm:cxn modelId="{2CAAE116-0215-4CB7-BE67-EABBF3E6008E}" type="presParOf" srcId="{D4B380EA-CF40-4924-B5D1-BA9CB1D5B20E}" destId="{350790A3-9675-4734-9DD2-E9A676ACACDF}" srcOrd="0" destOrd="0" presId="urn:microsoft.com/office/officeart/2018/2/layout/IconCircleList"/>
    <dgm:cxn modelId="{683E1474-468F-4BB1-80DA-67ED91A976CB}" type="presParOf" srcId="{D4B380EA-CF40-4924-B5D1-BA9CB1D5B20E}" destId="{69CE3C4A-A28E-4C32-B78C-8EA0A78DE684}" srcOrd="1" destOrd="0" presId="urn:microsoft.com/office/officeart/2018/2/layout/IconCircleList"/>
    <dgm:cxn modelId="{B8E13E17-42BE-4F2F-B87F-FB58F80D72C7}" type="presParOf" srcId="{D4B380EA-CF40-4924-B5D1-BA9CB1D5B20E}" destId="{CC1FA67C-D4C7-460E-8C6E-8E3688498BB6}" srcOrd="2" destOrd="0" presId="urn:microsoft.com/office/officeart/2018/2/layout/IconCircleList"/>
    <dgm:cxn modelId="{5315D578-1142-4CFF-9F0B-D15584684F66}" type="presParOf" srcId="{D4B380EA-CF40-4924-B5D1-BA9CB1D5B20E}" destId="{2B48CE95-551C-4BF0-A19E-F127C6AFB557}" srcOrd="3" destOrd="0" presId="urn:microsoft.com/office/officeart/2018/2/layout/IconCircleList"/>
    <dgm:cxn modelId="{AEC491C1-5710-4D1E-AAF3-BF17A2C9F4FF}" type="presParOf" srcId="{A23C2411-C5A7-45C0-B7D2-BA14A6C6C422}" destId="{BBDA5E7E-2677-496A-B9A9-FFE053156157}" srcOrd="1" destOrd="0" presId="urn:microsoft.com/office/officeart/2018/2/layout/IconCircleList"/>
    <dgm:cxn modelId="{FBA7F9CF-42E3-4891-921C-9AA577FDA1F7}" type="presParOf" srcId="{A23C2411-C5A7-45C0-B7D2-BA14A6C6C422}" destId="{95657A65-C363-46AC-AD8B-0F1BC886E8DD}" srcOrd="2" destOrd="0" presId="urn:microsoft.com/office/officeart/2018/2/layout/IconCircleList"/>
    <dgm:cxn modelId="{452F6DB2-08F0-4919-BCA6-A101D68E074F}" type="presParOf" srcId="{95657A65-C363-46AC-AD8B-0F1BC886E8DD}" destId="{FD17791F-72CE-486C-B01D-6435E1D50C99}" srcOrd="0" destOrd="0" presId="urn:microsoft.com/office/officeart/2018/2/layout/IconCircleList"/>
    <dgm:cxn modelId="{862F28EC-F1E5-485A-AC6F-78B6F73D7707}" type="presParOf" srcId="{95657A65-C363-46AC-AD8B-0F1BC886E8DD}" destId="{33CC8FCA-CA8D-4EED-9FE3-5FDE950942B5}" srcOrd="1" destOrd="0" presId="urn:microsoft.com/office/officeart/2018/2/layout/IconCircleList"/>
    <dgm:cxn modelId="{32AF9D48-A665-4E03-95FB-CB49FD4087DD}" type="presParOf" srcId="{95657A65-C363-46AC-AD8B-0F1BC886E8DD}" destId="{0D941FD9-B1B0-4074-93E4-0E0B9FCCBE57}" srcOrd="2" destOrd="0" presId="urn:microsoft.com/office/officeart/2018/2/layout/IconCircleList"/>
    <dgm:cxn modelId="{5C726BF8-1B98-4934-8951-EB38DBE8197A}" type="presParOf" srcId="{95657A65-C363-46AC-AD8B-0F1BC886E8DD}" destId="{A46BA6EC-E922-4C51-AA04-20D3A9A22E5E}" srcOrd="3" destOrd="0" presId="urn:microsoft.com/office/officeart/2018/2/layout/IconCircleList"/>
    <dgm:cxn modelId="{5C5EBE2C-A51A-4B51-B161-147E975AC2EC}" type="presParOf" srcId="{A23C2411-C5A7-45C0-B7D2-BA14A6C6C422}" destId="{E8E1E3C8-E071-47A9-BCB1-77CA225BBA71}" srcOrd="3" destOrd="0" presId="urn:microsoft.com/office/officeart/2018/2/layout/IconCircleList"/>
    <dgm:cxn modelId="{D4E56FEA-9971-4CE0-869A-10831FBFEF3C}" type="presParOf" srcId="{A23C2411-C5A7-45C0-B7D2-BA14A6C6C422}" destId="{24ED6EE7-53CF-4F89-8B6F-EC1B40C28899}" srcOrd="4" destOrd="0" presId="urn:microsoft.com/office/officeart/2018/2/layout/IconCircleList"/>
    <dgm:cxn modelId="{111A94A3-CB28-443A-989B-95A796DC1D21}" type="presParOf" srcId="{24ED6EE7-53CF-4F89-8B6F-EC1B40C28899}" destId="{0AEC5896-8F14-4076-A346-C2AFF1ABF794}" srcOrd="0" destOrd="0" presId="urn:microsoft.com/office/officeart/2018/2/layout/IconCircleList"/>
    <dgm:cxn modelId="{A2E8E7ED-C132-4F67-A873-7D8C95570E1C}" type="presParOf" srcId="{24ED6EE7-53CF-4F89-8B6F-EC1B40C28899}" destId="{13900BE6-CAD7-4B8D-A2B7-D2932EA37D61}" srcOrd="1" destOrd="0" presId="urn:microsoft.com/office/officeart/2018/2/layout/IconCircleList"/>
    <dgm:cxn modelId="{FE50EE38-D31B-494E-8AAC-8B210AF55EF1}" type="presParOf" srcId="{24ED6EE7-53CF-4F89-8B6F-EC1B40C28899}" destId="{EBCC7EA7-8084-4A43-B13A-5D58895D93FE}" srcOrd="2" destOrd="0" presId="urn:microsoft.com/office/officeart/2018/2/layout/IconCircleList"/>
    <dgm:cxn modelId="{ADD99B83-0101-442E-92EA-EF7F0F977D53}" type="presParOf" srcId="{24ED6EE7-53CF-4F89-8B6F-EC1B40C28899}" destId="{0C60CBB6-A560-4B21-B97B-C7830E6963E7}" srcOrd="3" destOrd="0" presId="urn:microsoft.com/office/officeart/2018/2/layout/IconCircleList"/>
    <dgm:cxn modelId="{49757985-B73E-411D-8191-E5DC8744E23F}" type="presParOf" srcId="{A23C2411-C5A7-45C0-B7D2-BA14A6C6C422}" destId="{B455A1B3-6B2A-4A08-BF49-D61679B7EF5E}" srcOrd="5" destOrd="0" presId="urn:microsoft.com/office/officeart/2018/2/layout/IconCircleList"/>
    <dgm:cxn modelId="{C0A66242-E3BD-46AC-821B-DA921480BA11}" type="presParOf" srcId="{A23C2411-C5A7-45C0-B7D2-BA14A6C6C422}" destId="{11CB9150-2643-4D9F-9CB6-72FAD0EF8ADF}" srcOrd="6" destOrd="0" presId="urn:microsoft.com/office/officeart/2018/2/layout/IconCircleList"/>
    <dgm:cxn modelId="{96628B3F-5D21-44F0-9411-D6D1B17E22F1}" type="presParOf" srcId="{11CB9150-2643-4D9F-9CB6-72FAD0EF8ADF}" destId="{44055AB9-3E3C-4C9C-9B43-2E4A73BCD1C8}" srcOrd="0" destOrd="0" presId="urn:microsoft.com/office/officeart/2018/2/layout/IconCircleList"/>
    <dgm:cxn modelId="{92604CE1-8CE5-4EF4-8327-34105CDC650C}" type="presParOf" srcId="{11CB9150-2643-4D9F-9CB6-72FAD0EF8ADF}" destId="{AF50856D-E45A-4FA5-B131-8AE3AEA644D1}" srcOrd="1" destOrd="0" presId="urn:microsoft.com/office/officeart/2018/2/layout/IconCircleList"/>
    <dgm:cxn modelId="{3715C9B1-00CA-4A7F-9634-4598F3BD4D83}" type="presParOf" srcId="{11CB9150-2643-4D9F-9CB6-72FAD0EF8ADF}" destId="{E3C9C497-0693-4900-9EA4-D8CF8B0B6B30}" srcOrd="2" destOrd="0" presId="urn:microsoft.com/office/officeart/2018/2/layout/IconCircleList"/>
    <dgm:cxn modelId="{12DED3DE-15B3-415D-91EE-489916E1202A}" type="presParOf" srcId="{11CB9150-2643-4D9F-9CB6-72FAD0EF8ADF}" destId="{14826376-D7C1-4469-9FFB-4E61FF6D764D}" srcOrd="3" destOrd="0" presId="urn:microsoft.com/office/officeart/2018/2/layout/IconCircleList"/>
    <dgm:cxn modelId="{6796A3B3-522C-4A57-8B63-7BC0F56C5F75}" type="presParOf" srcId="{A23C2411-C5A7-45C0-B7D2-BA14A6C6C422}" destId="{FB943956-C0ED-4684-8EA2-7FE86F327A4B}" srcOrd="7" destOrd="0" presId="urn:microsoft.com/office/officeart/2018/2/layout/IconCircleList"/>
    <dgm:cxn modelId="{50E98A08-E4DA-4902-8F4A-F7CD59B80A3F}" type="presParOf" srcId="{A23C2411-C5A7-45C0-B7D2-BA14A6C6C422}" destId="{2D104D8E-222B-4618-BB66-43FB8EF2475D}" srcOrd="8" destOrd="0" presId="urn:microsoft.com/office/officeart/2018/2/layout/IconCircleList"/>
    <dgm:cxn modelId="{D2BE8C55-3161-4C2B-9B0A-2B1364803279}" type="presParOf" srcId="{2D104D8E-222B-4618-BB66-43FB8EF2475D}" destId="{79DFC4BA-B5F9-43BC-B5A6-65DAB6AA7DE0}" srcOrd="0" destOrd="0" presId="urn:microsoft.com/office/officeart/2018/2/layout/IconCircleList"/>
    <dgm:cxn modelId="{D2111BB9-10D6-4703-92B2-7B0ED7DE6631}" type="presParOf" srcId="{2D104D8E-222B-4618-BB66-43FB8EF2475D}" destId="{5DA2885C-E332-4C9C-BAF4-7434D52A7388}" srcOrd="1" destOrd="0" presId="urn:microsoft.com/office/officeart/2018/2/layout/IconCircleList"/>
    <dgm:cxn modelId="{B86D38DD-EC6F-4105-9739-E4CF0A258535}" type="presParOf" srcId="{2D104D8E-222B-4618-BB66-43FB8EF2475D}" destId="{31A9DFB9-4314-4626-98CD-2FEBA36BEF7B}" srcOrd="2" destOrd="0" presId="urn:microsoft.com/office/officeart/2018/2/layout/IconCircleList"/>
    <dgm:cxn modelId="{17E31FF9-D991-4C55-9E23-3C93C20BF877}" type="presParOf" srcId="{2D104D8E-222B-4618-BB66-43FB8EF2475D}" destId="{273DCC32-CDCD-4065-9048-D41EAEB10EA1}" srcOrd="3" destOrd="0" presId="urn:microsoft.com/office/officeart/2018/2/layout/IconCircleList"/>
    <dgm:cxn modelId="{F497227A-37FC-4A19-86DD-A9A22C8B14BB}" type="presParOf" srcId="{A23C2411-C5A7-45C0-B7D2-BA14A6C6C422}" destId="{4C7FAC61-4829-4AFC-BFBD-DF927F792BE4}" srcOrd="9" destOrd="0" presId="urn:microsoft.com/office/officeart/2018/2/layout/IconCircleList"/>
    <dgm:cxn modelId="{93C29D94-2EDF-4CC8-8DC0-6B196329D997}" type="presParOf" srcId="{A23C2411-C5A7-45C0-B7D2-BA14A6C6C422}" destId="{DE31304E-F67C-4B84-B076-A6387383A082}" srcOrd="10" destOrd="0" presId="urn:microsoft.com/office/officeart/2018/2/layout/IconCircleList"/>
    <dgm:cxn modelId="{F86B7FAC-4F30-40AD-9F23-97C09D4ACB2D}" type="presParOf" srcId="{DE31304E-F67C-4B84-B076-A6387383A082}" destId="{FC3CF840-FC2A-430B-B3C0-465D0944B3E8}" srcOrd="0" destOrd="0" presId="urn:microsoft.com/office/officeart/2018/2/layout/IconCircleList"/>
    <dgm:cxn modelId="{B7FF9F6E-7E19-4453-816B-4CC70740D52D}" type="presParOf" srcId="{DE31304E-F67C-4B84-B076-A6387383A082}" destId="{3025B307-8679-404B-A8A4-DBB0081498C7}" srcOrd="1" destOrd="0" presId="urn:microsoft.com/office/officeart/2018/2/layout/IconCircleList"/>
    <dgm:cxn modelId="{A4BFD278-5C5B-4518-86B9-5EC3781925DD}" type="presParOf" srcId="{DE31304E-F67C-4B84-B076-A6387383A082}" destId="{32C72864-0864-4C34-8A37-4F6EC451E54D}" srcOrd="2" destOrd="0" presId="urn:microsoft.com/office/officeart/2018/2/layout/IconCircleList"/>
    <dgm:cxn modelId="{0B1C9837-C642-42D2-9FC5-DB0C0A53B567}" type="presParOf" srcId="{DE31304E-F67C-4B84-B076-A6387383A082}" destId="{C986B8DF-D90F-4EE4-A3F8-74DAE1617676}" srcOrd="3" destOrd="0" presId="urn:microsoft.com/office/officeart/2018/2/layout/IconCircleList"/>
    <dgm:cxn modelId="{AB379B3C-5176-4211-9393-61570967330C}" type="presParOf" srcId="{A23C2411-C5A7-45C0-B7D2-BA14A6C6C422}" destId="{C43971CF-AEFF-4065-8471-4BA462868EE6}" srcOrd="11" destOrd="0" presId="urn:microsoft.com/office/officeart/2018/2/layout/IconCircleList"/>
    <dgm:cxn modelId="{AAD608EB-B389-4D60-9665-6E4EAADDAF19}" type="presParOf" srcId="{A23C2411-C5A7-45C0-B7D2-BA14A6C6C422}" destId="{70DC12D8-FA73-40B9-BF18-6986500B1DF8}" srcOrd="12" destOrd="0" presId="urn:microsoft.com/office/officeart/2018/2/layout/IconCircleList"/>
    <dgm:cxn modelId="{CB511FCD-8A45-4388-BA78-02311C9B92A3}" type="presParOf" srcId="{70DC12D8-FA73-40B9-BF18-6986500B1DF8}" destId="{D88B989E-7691-4715-A41F-444EB59DA3C9}" srcOrd="0" destOrd="0" presId="urn:microsoft.com/office/officeart/2018/2/layout/IconCircleList"/>
    <dgm:cxn modelId="{CA267386-4395-4765-BF10-F497EDCA4428}" type="presParOf" srcId="{70DC12D8-FA73-40B9-BF18-6986500B1DF8}" destId="{6222D120-1922-4E64-9F51-43CCD9E4EC03}" srcOrd="1" destOrd="0" presId="urn:microsoft.com/office/officeart/2018/2/layout/IconCircleList"/>
    <dgm:cxn modelId="{43B8C218-543C-4ACC-9894-0AC7374C82D6}" type="presParOf" srcId="{70DC12D8-FA73-40B9-BF18-6986500B1DF8}" destId="{AA8BA87F-64D7-47CA-B212-67F5B57E62C4}" srcOrd="2" destOrd="0" presId="urn:microsoft.com/office/officeart/2018/2/layout/IconCircleList"/>
    <dgm:cxn modelId="{9E12CB7C-0359-49CF-95B3-A0AEBBB96EFE}" type="presParOf" srcId="{70DC12D8-FA73-40B9-BF18-6986500B1DF8}" destId="{C2A17EFA-03CD-4CE2-ACFC-6285BA6E6DD4}" srcOrd="3" destOrd="0" presId="urn:microsoft.com/office/officeart/2018/2/layout/IconCircleList"/>
    <dgm:cxn modelId="{58EFBBD4-1579-4114-9428-57EC5C025B07}" type="presParOf" srcId="{A23C2411-C5A7-45C0-B7D2-BA14A6C6C422}" destId="{0082C104-8C00-43DA-A5C9-5F94887D2C79}" srcOrd="13" destOrd="0" presId="urn:microsoft.com/office/officeart/2018/2/layout/IconCircleList"/>
    <dgm:cxn modelId="{084FAA01-116C-4E6C-95CA-594B78C60B53}" type="presParOf" srcId="{A23C2411-C5A7-45C0-B7D2-BA14A6C6C422}" destId="{3089AA58-7094-4939-BA45-BDF037004706}" srcOrd="14" destOrd="0" presId="urn:microsoft.com/office/officeart/2018/2/layout/IconCircleList"/>
    <dgm:cxn modelId="{33E0B402-DF30-4382-8429-EE1812FC588A}" type="presParOf" srcId="{3089AA58-7094-4939-BA45-BDF037004706}" destId="{A30F10B4-C842-4FFB-AB45-44ED38338C99}" srcOrd="0" destOrd="0" presId="urn:microsoft.com/office/officeart/2018/2/layout/IconCircleList"/>
    <dgm:cxn modelId="{276E7D4F-E39B-4FD1-BED6-CF615462418F}" type="presParOf" srcId="{3089AA58-7094-4939-BA45-BDF037004706}" destId="{EA8F7315-E6A8-4622-9962-A5C41A91E9A0}" srcOrd="1" destOrd="0" presId="urn:microsoft.com/office/officeart/2018/2/layout/IconCircleList"/>
    <dgm:cxn modelId="{7D3BB914-63E4-4036-B4DA-A04609EE933C}" type="presParOf" srcId="{3089AA58-7094-4939-BA45-BDF037004706}" destId="{561094D0-9090-45DA-9E59-81D43950CFDC}" srcOrd="2" destOrd="0" presId="urn:microsoft.com/office/officeart/2018/2/layout/IconCircleList"/>
    <dgm:cxn modelId="{19D3A2B3-02C9-4401-9829-31F53FA7CF20}" type="presParOf" srcId="{3089AA58-7094-4939-BA45-BDF037004706}" destId="{0BEE2277-7207-4C4F-ABF3-FEEC09BABB3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480065-9CF1-43DE-8A89-DD85564CA7FA}" type="doc">
      <dgm:prSet loTypeId="urn:microsoft.com/office/officeart/2005/8/layout/list1" loCatId="list" qsTypeId="urn:microsoft.com/office/officeart/2005/8/quickstyle/simple1#102" qsCatId="simple" csTypeId="urn:microsoft.com/office/officeart/2005/8/colors/colorful2#15" csCatId="colorful" phldr="1"/>
      <dgm:spPr/>
      <dgm:t>
        <a:bodyPr/>
        <a:lstStyle/>
        <a:p>
          <a:endParaRPr lang="en-US"/>
        </a:p>
      </dgm:t>
    </dgm:pt>
    <dgm:pt modelId="{063D21A6-9E51-408A-A255-82CE7F824AE1}">
      <dgm:prSet/>
      <dgm:spPr/>
      <dgm:t>
        <a:bodyPr/>
        <a:lstStyle/>
        <a:p>
          <a:r>
            <a:rPr lang="fr-FR" b="1" i="0" noProof="0" dirty="0"/>
            <a:t>Les 3 Piliers du Succès</a:t>
          </a:r>
          <a:endParaRPr lang="fr-FR" noProof="0" dirty="0"/>
        </a:p>
      </dgm:t>
    </dgm:pt>
    <dgm:pt modelId="{2E978243-D1CB-4D92-99E0-4676E7602685}" type="parTrans" cxnId="{3AA44D34-13EF-4932-8541-CA16D537757B}">
      <dgm:prSet/>
      <dgm:spPr/>
      <dgm:t>
        <a:bodyPr/>
        <a:lstStyle/>
        <a:p>
          <a:endParaRPr lang="en-US"/>
        </a:p>
      </dgm:t>
    </dgm:pt>
    <dgm:pt modelId="{0302D78F-B207-4783-962E-3AD1FD503CD8}" type="sibTrans" cxnId="{3AA44D34-13EF-4932-8541-CA16D537757B}">
      <dgm:prSet/>
      <dgm:spPr/>
      <dgm:t>
        <a:bodyPr/>
        <a:lstStyle/>
        <a:p>
          <a:endParaRPr lang="en-US"/>
        </a:p>
      </dgm:t>
    </dgm:pt>
    <dgm:pt modelId="{1B7C76F0-91FD-4119-821C-BC4CE27742D9}">
      <dgm:prSet/>
      <dgm:spPr/>
      <dgm:t>
        <a:bodyPr/>
        <a:lstStyle/>
        <a:p>
          <a:r>
            <a:rPr lang="fr-FR" b="1" i="0" noProof="0" dirty="0"/>
            <a:t>Savoir-être exemplaire :</a:t>
          </a:r>
          <a:r>
            <a:rPr lang="fr-FR" b="0" i="0" noProof="0" dirty="0"/>
            <a:t> Ponctualité, rigueur, sourire et excellente communication verbale &amp; non-verbale.</a:t>
          </a:r>
          <a:endParaRPr lang="fr-FR" noProof="0" dirty="0"/>
        </a:p>
      </dgm:t>
    </dgm:pt>
    <dgm:pt modelId="{C514206B-7756-4940-B4BD-C50CB9015578}" type="parTrans" cxnId="{E4661554-1018-4807-AED0-693E3B7630F9}">
      <dgm:prSet/>
      <dgm:spPr/>
      <dgm:t>
        <a:bodyPr/>
        <a:lstStyle/>
        <a:p>
          <a:endParaRPr lang="en-US"/>
        </a:p>
      </dgm:t>
    </dgm:pt>
    <dgm:pt modelId="{FFA8FAD3-6515-4A89-A143-1FAD8C625EF8}" type="sibTrans" cxnId="{E4661554-1018-4807-AED0-693E3B7630F9}">
      <dgm:prSet/>
      <dgm:spPr/>
      <dgm:t>
        <a:bodyPr/>
        <a:lstStyle/>
        <a:p>
          <a:endParaRPr lang="en-US"/>
        </a:p>
      </dgm:t>
    </dgm:pt>
    <dgm:pt modelId="{E2B0916C-17C3-4F56-A45B-89C9D7DA3CD5}">
      <dgm:prSet/>
      <dgm:spPr/>
      <dgm:t>
        <a:bodyPr/>
        <a:lstStyle/>
        <a:p>
          <a:r>
            <a:rPr lang="fr-FR" b="1" i="0" noProof="0" dirty="0"/>
            <a:t>Maitrise des 4 blocs :</a:t>
          </a:r>
          <a:r>
            <a:rPr lang="fr-FR" b="0" i="0" noProof="0" dirty="0"/>
            <a:t> Développer ses compétences aussi bien en cours théoriques qu'en PFMP (stages).</a:t>
          </a:r>
          <a:endParaRPr lang="fr-FR" noProof="0" dirty="0"/>
        </a:p>
      </dgm:t>
    </dgm:pt>
    <dgm:pt modelId="{18912B78-C762-4D72-9B55-CA1753DB36AC}" type="parTrans" cxnId="{774AAB36-8DC4-40C6-92CD-0B90BD7B564C}">
      <dgm:prSet/>
      <dgm:spPr/>
      <dgm:t>
        <a:bodyPr/>
        <a:lstStyle/>
        <a:p>
          <a:endParaRPr lang="en-US"/>
        </a:p>
      </dgm:t>
    </dgm:pt>
    <dgm:pt modelId="{CA826697-F312-4777-9D1A-3CB4BC96710D}" type="sibTrans" cxnId="{774AAB36-8DC4-40C6-92CD-0B90BD7B564C}">
      <dgm:prSet/>
      <dgm:spPr/>
      <dgm:t>
        <a:bodyPr/>
        <a:lstStyle/>
        <a:p>
          <a:endParaRPr lang="en-US"/>
        </a:p>
      </dgm:t>
    </dgm:pt>
    <dgm:pt modelId="{6C37AF53-CB78-4319-A9CD-C3A110B1AD89}">
      <dgm:prSet/>
      <dgm:spPr/>
      <dgm:t>
        <a:bodyPr/>
        <a:lstStyle/>
        <a:p>
          <a:r>
            <a:rPr lang="fr-FR" b="1" i="0" noProof="0" dirty="0"/>
            <a:t>Engagement sur 2 ans :</a:t>
          </a:r>
          <a:r>
            <a:rPr lang="fr-FR" b="0" i="0" noProof="0" dirty="0"/>
            <a:t> Régularité du travail personnel, tenue du dossier professionnel et esprit d'équipe.</a:t>
          </a:r>
          <a:endParaRPr lang="fr-FR" noProof="0" dirty="0"/>
        </a:p>
      </dgm:t>
    </dgm:pt>
    <dgm:pt modelId="{B77919AA-487F-4118-A25D-823A180683E1}" type="parTrans" cxnId="{70F0BC2D-8568-4255-A0B4-8DC40F0FBD90}">
      <dgm:prSet/>
      <dgm:spPr/>
      <dgm:t>
        <a:bodyPr/>
        <a:lstStyle/>
        <a:p>
          <a:endParaRPr lang="en-US"/>
        </a:p>
      </dgm:t>
    </dgm:pt>
    <dgm:pt modelId="{E94C46AB-1049-4264-B454-627D88C3322F}" type="sibTrans" cxnId="{70F0BC2D-8568-4255-A0B4-8DC40F0FBD90}">
      <dgm:prSet/>
      <dgm:spPr/>
      <dgm:t>
        <a:bodyPr/>
        <a:lstStyle/>
        <a:p>
          <a:endParaRPr lang="en-US"/>
        </a:p>
      </dgm:t>
    </dgm:pt>
    <dgm:pt modelId="{B9B15291-1CE8-4933-850B-06CF4783C616}">
      <dgm:prSet/>
      <dgm:spPr/>
      <dgm:t>
        <a:bodyPr/>
        <a:lstStyle/>
        <a:p>
          <a:r>
            <a:rPr lang="fr-FR" b="1" i="0" noProof="0" dirty="0"/>
            <a:t>Bonne route vers le Bac Pro MCV !</a:t>
          </a:r>
          <a:endParaRPr lang="fr-FR" noProof="0" dirty="0"/>
        </a:p>
      </dgm:t>
    </dgm:pt>
    <dgm:pt modelId="{B4467EBC-0493-44C2-8180-0342E76CE9D9}" type="parTrans" cxnId="{501D2406-4F91-4408-9D6E-1BFD66C2AF6A}">
      <dgm:prSet/>
      <dgm:spPr/>
      <dgm:t>
        <a:bodyPr/>
        <a:lstStyle/>
        <a:p>
          <a:endParaRPr lang="en-US"/>
        </a:p>
      </dgm:t>
    </dgm:pt>
    <dgm:pt modelId="{C3F2C8AD-C2F0-40F1-8B2E-B663F0136CA9}" type="sibTrans" cxnId="{501D2406-4F91-4408-9D6E-1BFD66C2AF6A}">
      <dgm:prSet/>
      <dgm:spPr/>
      <dgm:t>
        <a:bodyPr/>
        <a:lstStyle/>
        <a:p>
          <a:endParaRPr lang="en-US"/>
        </a:p>
      </dgm:t>
    </dgm:pt>
    <dgm:pt modelId="{A526A20F-4C40-467B-99A7-7172310E4C79}">
      <dgm:prSet/>
      <dgm:spPr/>
      <dgm:t>
        <a:bodyPr/>
        <a:lstStyle/>
        <a:p>
          <a:r>
            <a:rPr lang="fr-FR" b="0" i="0" noProof="0" dirty="0"/>
            <a:t>Motivation • Régularité • Sens du contact • Professionnalisme</a:t>
          </a:r>
          <a:endParaRPr lang="fr-FR" noProof="0" dirty="0"/>
        </a:p>
      </dgm:t>
    </dgm:pt>
    <dgm:pt modelId="{E20B0486-AF2F-40EF-B7F9-AF693141A096}" type="parTrans" cxnId="{A4F1360F-AAE4-42E0-8DEC-B711FC786F44}">
      <dgm:prSet/>
      <dgm:spPr/>
      <dgm:t>
        <a:bodyPr/>
        <a:lstStyle/>
        <a:p>
          <a:endParaRPr lang="en-US"/>
        </a:p>
      </dgm:t>
    </dgm:pt>
    <dgm:pt modelId="{E5FA5E24-3E29-4E3A-B07A-896DD6572545}" type="sibTrans" cxnId="{A4F1360F-AAE4-42E0-8DEC-B711FC786F44}">
      <dgm:prSet/>
      <dgm:spPr/>
      <dgm:t>
        <a:bodyPr/>
        <a:lstStyle/>
        <a:p>
          <a:endParaRPr lang="en-US"/>
        </a:p>
      </dgm:t>
    </dgm:pt>
    <dgm:pt modelId="{AB2EF81C-BF4D-47D1-B77A-067282302E1F}" type="pres">
      <dgm:prSet presAssocID="{2D480065-9CF1-43DE-8A89-DD85564CA7FA}" presName="linear" presStyleCnt="0">
        <dgm:presLayoutVars>
          <dgm:dir/>
          <dgm:animLvl val="lvl"/>
          <dgm:resizeHandles val="exact"/>
        </dgm:presLayoutVars>
      </dgm:prSet>
      <dgm:spPr/>
    </dgm:pt>
    <dgm:pt modelId="{AA9BB11F-1F5B-4B70-97F5-D3354A8AF6E6}" type="pres">
      <dgm:prSet presAssocID="{063D21A6-9E51-408A-A255-82CE7F824AE1}" presName="parentLin" presStyleCnt="0"/>
      <dgm:spPr/>
    </dgm:pt>
    <dgm:pt modelId="{8DE9AAC3-DA8D-4DEE-BC70-B8669D7CC132}" type="pres">
      <dgm:prSet presAssocID="{063D21A6-9E51-408A-A255-82CE7F824AE1}" presName="parentLeftMargin" presStyleLbl="node1" presStyleIdx="0" presStyleCnt="3"/>
      <dgm:spPr/>
    </dgm:pt>
    <dgm:pt modelId="{3C899095-AEAD-418E-8579-5007CC875191}" type="pres">
      <dgm:prSet presAssocID="{063D21A6-9E51-408A-A255-82CE7F824AE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C4F501B-41DE-4A77-8E20-7FC2ED15E226}" type="pres">
      <dgm:prSet presAssocID="{063D21A6-9E51-408A-A255-82CE7F824AE1}" presName="negativeSpace" presStyleCnt="0"/>
      <dgm:spPr/>
    </dgm:pt>
    <dgm:pt modelId="{5ABB7F99-E0B2-4B72-904E-D7FA7137B235}" type="pres">
      <dgm:prSet presAssocID="{063D21A6-9E51-408A-A255-82CE7F824AE1}" presName="childText" presStyleLbl="conFgAcc1" presStyleIdx="0" presStyleCnt="3">
        <dgm:presLayoutVars>
          <dgm:bulletEnabled val="1"/>
        </dgm:presLayoutVars>
      </dgm:prSet>
      <dgm:spPr/>
    </dgm:pt>
    <dgm:pt modelId="{A3C9CDE0-E101-421E-909B-A0A737D58F57}" type="pres">
      <dgm:prSet presAssocID="{0302D78F-B207-4783-962E-3AD1FD503CD8}" presName="spaceBetweenRectangles" presStyleCnt="0"/>
      <dgm:spPr/>
    </dgm:pt>
    <dgm:pt modelId="{19F06191-0B4D-4CCB-A711-6DBA08757172}" type="pres">
      <dgm:prSet presAssocID="{B9B15291-1CE8-4933-850B-06CF4783C616}" presName="parentLin" presStyleCnt="0"/>
      <dgm:spPr/>
    </dgm:pt>
    <dgm:pt modelId="{84C810AC-831E-40EC-A767-65413C0E6A2C}" type="pres">
      <dgm:prSet presAssocID="{B9B15291-1CE8-4933-850B-06CF4783C616}" presName="parentLeftMargin" presStyleLbl="node1" presStyleIdx="0" presStyleCnt="3"/>
      <dgm:spPr/>
    </dgm:pt>
    <dgm:pt modelId="{64C85470-6954-426A-B2D2-B6A631C41576}" type="pres">
      <dgm:prSet presAssocID="{B9B15291-1CE8-4933-850B-06CF4783C61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3CA63C6-D6D5-4804-8367-A586A5DD48D2}" type="pres">
      <dgm:prSet presAssocID="{B9B15291-1CE8-4933-850B-06CF4783C616}" presName="negativeSpace" presStyleCnt="0"/>
      <dgm:spPr/>
    </dgm:pt>
    <dgm:pt modelId="{1A80B37E-999D-47CD-AF75-5A61CFC913E4}" type="pres">
      <dgm:prSet presAssocID="{B9B15291-1CE8-4933-850B-06CF4783C616}" presName="childText" presStyleLbl="conFgAcc1" presStyleIdx="1" presStyleCnt="3">
        <dgm:presLayoutVars>
          <dgm:bulletEnabled val="1"/>
        </dgm:presLayoutVars>
      </dgm:prSet>
      <dgm:spPr/>
    </dgm:pt>
    <dgm:pt modelId="{6F9214B1-A34E-4494-BC22-76BB442C2BE8}" type="pres">
      <dgm:prSet presAssocID="{C3F2C8AD-C2F0-40F1-8B2E-B663F0136CA9}" presName="spaceBetweenRectangles" presStyleCnt="0"/>
      <dgm:spPr/>
    </dgm:pt>
    <dgm:pt modelId="{C4048991-B8A0-4C86-9FBC-C394B1E4BAD8}" type="pres">
      <dgm:prSet presAssocID="{A526A20F-4C40-467B-99A7-7172310E4C79}" presName="parentLin" presStyleCnt="0"/>
      <dgm:spPr/>
    </dgm:pt>
    <dgm:pt modelId="{E53671D4-56EB-4A7A-8C48-C7BB7B011BB0}" type="pres">
      <dgm:prSet presAssocID="{A526A20F-4C40-467B-99A7-7172310E4C79}" presName="parentLeftMargin" presStyleLbl="node1" presStyleIdx="1" presStyleCnt="3"/>
      <dgm:spPr/>
    </dgm:pt>
    <dgm:pt modelId="{5B32D9AF-66DD-4B64-9D17-D9AD1381D443}" type="pres">
      <dgm:prSet presAssocID="{A526A20F-4C40-467B-99A7-7172310E4C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7761AA5-D979-4EB5-991D-BC7D8CBA0327}" type="pres">
      <dgm:prSet presAssocID="{A526A20F-4C40-467B-99A7-7172310E4C79}" presName="negativeSpace" presStyleCnt="0"/>
      <dgm:spPr/>
    </dgm:pt>
    <dgm:pt modelId="{22FAD3E0-C007-4507-8B3F-E95DED63409C}" type="pres">
      <dgm:prSet presAssocID="{A526A20F-4C40-467B-99A7-7172310E4C7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01D2406-4F91-4408-9D6E-1BFD66C2AF6A}" srcId="{2D480065-9CF1-43DE-8A89-DD85564CA7FA}" destId="{B9B15291-1CE8-4933-850B-06CF4783C616}" srcOrd="1" destOrd="0" parTransId="{B4467EBC-0493-44C2-8180-0342E76CE9D9}" sibTransId="{C3F2C8AD-C2F0-40F1-8B2E-B663F0136CA9}"/>
    <dgm:cxn modelId="{A4F1360F-AAE4-42E0-8DEC-B711FC786F44}" srcId="{2D480065-9CF1-43DE-8A89-DD85564CA7FA}" destId="{A526A20F-4C40-467B-99A7-7172310E4C79}" srcOrd="2" destOrd="0" parTransId="{E20B0486-AF2F-40EF-B7F9-AF693141A096}" sibTransId="{E5FA5E24-3E29-4E3A-B07A-896DD6572545}"/>
    <dgm:cxn modelId="{D787A222-2E3A-42B6-9A54-AB909609DBAE}" type="presOf" srcId="{B9B15291-1CE8-4933-850B-06CF4783C616}" destId="{64C85470-6954-426A-B2D2-B6A631C41576}" srcOrd="1" destOrd="0" presId="urn:microsoft.com/office/officeart/2005/8/layout/list1"/>
    <dgm:cxn modelId="{497F4527-EF15-4828-9998-DDBA62A4C2D1}" type="presOf" srcId="{B9B15291-1CE8-4933-850B-06CF4783C616}" destId="{84C810AC-831E-40EC-A767-65413C0E6A2C}" srcOrd="0" destOrd="0" presId="urn:microsoft.com/office/officeart/2005/8/layout/list1"/>
    <dgm:cxn modelId="{70F0BC2D-8568-4255-A0B4-8DC40F0FBD90}" srcId="{063D21A6-9E51-408A-A255-82CE7F824AE1}" destId="{6C37AF53-CB78-4319-A9CD-C3A110B1AD89}" srcOrd="2" destOrd="0" parTransId="{B77919AA-487F-4118-A25D-823A180683E1}" sibTransId="{E94C46AB-1049-4264-B454-627D88C3322F}"/>
    <dgm:cxn modelId="{3AA44D34-13EF-4932-8541-CA16D537757B}" srcId="{2D480065-9CF1-43DE-8A89-DD85564CA7FA}" destId="{063D21A6-9E51-408A-A255-82CE7F824AE1}" srcOrd="0" destOrd="0" parTransId="{2E978243-D1CB-4D92-99E0-4676E7602685}" sibTransId="{0302D78F-B207-4783-962E-3AD1FD503CD8}"/>
    <dgm:cxn modelId="{774AAB36-8DC4-40C6-92CD-0B90BD7B564C}" srcId="{063D21A6-9E51-408A-A255-82CE7F824AE1}" destId="{E2B0916C-17C3-4F56-A45B-89C9D7DA3CD5}" srcOrd="1" destOrd="0" parTransId="{18912B78-C762-4D72-9B55-CA1753DB36AC}" sibTransId="{CA826697-F312-4777-9D1A-3CB4BC96710D}"/>
    <dgm:cxn modelId="{EF353B5C-109A-4D63-8830-BC7E7BDC8FC0}" type="presOf" srcId="{1B7C76F0-91FD-4119-821C-BC4CE27742D9}" destId="{5ABB7F99-E0B2-4B72-904E-D7FA7137B235}" srcOrd="0" destOrd="0" presId="urn:microsoft.com/office/officeart/2005/8/layout/list1"/>
    <dgm:cxn modelId="{5F477D69-4D82-4522-BC8E-6E60F88AF4E4}" type="presOf" srcId="{063D21A6-9E51-408A-A255-82CE7F824AE1}" destId="{3C899095-AEAD-418E-8579-5007CC875191}" srcOrd="1" destOrd="0" presId="urn:microsoft.com/office/officeart/2005/8/layout/list1"/>
    <dgm:cxn modelId="{F984D249-B363-46F8-BF52-5938E9C54654}" type="presOf" srcId="{063D21A6-9E51-408A-A255-82CE7F824AE1}" destId="{8DE9AAC3-DA8D-4DEE-BC70-B8669D7CC132}" srcOrd="0" destOrd="0" presId="urn:microsoft.com/office/officeart/2005/8/layout/list1"/>
    <dgm:cxn modelId="{16E1D570-7112-4F0D-A8D7-83139DDC9AC7}" type="presOf" srcId="{A526A20F-4C40-467B-99A7-7172310E4C79}" destId="{5B32D9AF-66DD-4B64-9D17-D9AD1381D443}" srcOrd="1" destOrd="0" presId="urn:microsoft.com/office/officeart/2005/8/layout/list1"/>
    <dgm:cxn modelId="{E4661554-1018-4807-AED0-693E3B7630F9}" srcId="{063D21A6-9E51-408A-A255-82CE7F824AE1}" destId="{1B7C76F0-91FD-4119-821C-BC4CE27742D9}" srcOrd="0" destOrd="0" parTransId="{C514206B-7756-4940-B4BD-C50CB9015578}" sibTransId="{FFA8FAD3-6515-4A89-A143-1FAD8C625EF8}"/>
    <dgm:cxn modelId="{74EBF19C-A136-46B5-8AE0-5F7D5F38C2D2}" type="presOf" srcId="{6C37AF53-CB78-4319-A9CD-C3A110B1AD89}" destId="{5ABB7F99-E0B2-4B72-904E-D7FA7137B235}" srcOrd="0" destOrd="2" presId="urn:microsoft.com/office/officeart/2005/8/layout/list1"/>
    <dgm:cxn modelId="{7CE035A0-9CB7-4BD1-AF2B-6C2882B62B33}" type="presOf" srcId="{2D480065-9CF1-43DE-8A89-DD85564CA7FA}" destId="{AB2EF81C-BF4D-47D1-B77A-067282302E1F}" srcOrd="0" destOrd="0" presId="urn:microsoft.com/office/officeart/2005/8/layout/list1"/>
    <dgm:cxn modelId="{A51F22D2-47AC-4D54-AF05-8F7FCFBDDFE1}" type="presOf" srcId="{A526A20F-4C40-467B-99A7-7172310E4C79}" destId="{E53671D4-56EB-4A7A-8C48-C7BB7B011BB0}" srcOrd="0" destOrd="0" presId="urn:microsoft.com/office/officeart/2005/8/layout/list1"/>
    <dgm:cxn modelId="{F5637AF0-17CA-4351-B5C7-71FA0B35B4E4}" type="presOf" srcId="{E2B0916C-17C3-4F56-A45B-89C9D7DA3CD5}" destId="{5ABB7F99-E0B2-4B72-904E-D7FA7137B235}" srcOrd="0" destOrd="1" presId="urn:microsoft.com/office/officeart/2005/8/layout/list1"/>
    <dgm:cxn modelId="{B8641480-0E99-4BE8-8236-35026313ED9D}" type="presParOf" srcId="{AB2EF81C-BF4D-47D1-B77A-067282302E1F}" destId="{AA9BB11F-1F5B-4B70-97F5-D3354A8AF6E6}" srcOrd="0" destOrd="0" presId="urn:microsoft.com/office/officeart/2005/8/layout/list1"/>
    <dgm:cxn modelId="{F174331A-1B3C-4CFC-98A4-67769E267B57}" type="presParOf" srcId="{AA9BB11F-1F5B-4B70-97F5-D3354A8AF6E6}" destId="{8DE9AAC3-DA8D-4DEE-BC70-B8669D7CC132}" srcOrd="0" destOrd="0" presId="urn:microsoft.com/office/officeart/2005/8/layout/list1"/>
    <dgm:cxn modelId="{CA9294AB-668C-46E8-9C4D-4912E18CDD27}" type="presParOf" srcId="{AA9BB11F-1F5B-4B70-97F5-D3354A8AF6E6}" destId="{3C899095-AEAD-418E-8579-5007CC875191}" srcOrd="1" destOrd="0" presId="urn:microsoft.com/office/officeart/2005/8/layout/list1"/>
    <dgm:cxn modelId="{91AF1972-06C4-490F-AEE3-D83D6559A9CE}" type="presParOf" srcId="{AB2EF81C-BF4D-47D1-B77A-067282302E1F}" destId="{AC4F501B-41DE-4A77-8E20-7FC2ED15E226}" srcOrd="1" destOrd="0" presId="urn:microsoft.com/office/officeart/2005/8/layout/list1"/>
    <dgm:cxn modelId="{C4D37216-26E0-4016-BA83-3546F9676EAA}" type="presParOf" srcId="{AB2EF81C-BF4D-47D1-B77A-067282302E1F}" destId="{5ABB7F99-E0B2-4B72-904E-D7FA7137B235}" srcOrd="2" destOrd="0" presId="urn:microsoft.com/office/officeart/2005/8/layout/list1"/>
    <dgm:cxn modelId="{5AEF65E9-6B2E-4EFC-85BF-6F96B9EE5792}" type="presParOf" srcId="{AB2EF81C-BF4D-47D1-B77A-067282302E1F}" destId="{A3C9CDE0-E101-421E-909B-A0A737D58F57}" srcOrd="3" destOrd="0" presId="urn:microsoft.com/office/officeart/2005/8/layout/list1"/>
    <dgm:cxn modelId="{2302193E-3473-4E22-A9FA-01766A836DD7}" type="presParOf" srcId="{AB2EF81C-BF4D-47D1-B77A-067282302E1F}" destId="{19F06191-0B4D-4CCB-A711-6DBA08757172}" srcOrd="4" destOrd="0" presId="urn:microsoft.com/office/officeart/2005/8/layout/list1"/>
    <dgm:cxn modelId="{6332D73D-2BDC-436F-9796-8E2229B6DB2E}" type="presParOf" srcId="{19F06191-0B4D-4CCB-A711-6DBA08757172}" destId="{84C810AC-831E-40EC-A767-65413C0E6A2C}" srcOrd="0" destOrd="0" presId="urn:microsoft.com/office/officeart/2005/8/layout/list1"/>
    <dgm:cxn modelId="{9B9873B5-50F7-4CC3-A3D7-766F36BA9303}" type="presParOf" srcId="{19F06191-0B4D-4CCB-A711-6DBA08757172}" destId="{64C85470-6954-426A-B2D2-B6A631C41576}" srcOrd="1" destOrd="0" presId="urn:microsoft.com/office/officeart/2005/8/layout/list1"/>
    <dgm:cxn modelId="{562D156E-00D4-4B46-9410-430D0492BF04}" type="presParOf" srcId="{AB2EF81C-BF4D-47D1-B77A-067282302E1F}" destId="{D3CA63C6-D6D5-4804-8367-A586A5DD48D2}" srcOrd="5" destOrd="0" presId="urn:microsoft.com/office/officeart/2005/8/layout/list1"/>
    <dgm:cxn modelId="{4FDB43DD-AAF0-4267-89D8-71E4C82BF713}" type="presParOf" srcId="{AB2EF81C-BF4D-47D1-B77A-067282302E1F}" destId="{1A80B37E-999D-47CD-AF75-5A61CFC913E4}" srcOrd="6" destOrd="0" presId="urn:microsoft.com/office/officeart/2005/8/layout/list1"/>
    <dgm:cxn modelId="{3388C6C2-A281-42CA-B429-937DBA6AD55A}" type="presParOf" srcId="{AB2EF81C-BF4D-47D1-B77A-067282302E1F}" destId="{6F9214B1-A34E-4494-BC22-76BB442C2BE8}" srcOrd="7" destOrd="0" presId="urn:microsoft.com/office/officeart/2005/8/layout/list1"/>
    <dgm:cxn modelId="{BF23CA19-8913-4FF5-8728-5384B9E35506}" type="presParOf" srcId="{AB2EF81C-BF4D-47D1-B77A-067282302E1F}" destId="{C4048991-B8A0-4C86-9FBC-C394B1E4BAD8}" srcOrd="8" destOrd="0" presId="urn:microsoft.com/office/officeart/2005/8/layout/list1"/>
    <dgm:cxn modelId="{8B85833A-03F7-44DC-9F44-855618905B0A}" type="presParOf" srcId="{C4048991-B8A0-4C86-9FBC-C394B1E4BAD8}" destId="{E53671D4-56EB-4A7A-8C48-C7BB7B011BB0}" srcOrd="0" destOrd="0" presId="urn:microsoft.com/office/officeart/2005/8/layout/list1"/>
    <dgm:cxn modelId="{11DA2BA2-C581-44BF-8FCD-AF240E1B93AF}" type="presParOf" srcId="{C4048991-B8A0-4C86-9FBC-C394B1E4BAD8}" destId="{5B32D9AF-66DD-4B64-9D17-D9AD1381D443}" srcOrd="1" destOrd="0" presId="urn:microsoft.com/office/officeart/2005/8/layout/list1"/>
    <dgm:cxn modelId="{7D26C361-7284-48DF-9BA9-7DC11845C73A}" type="presParOf" srcId="{AB2EF81C-BF4D-47D1-B77A-067282302E1F}" destId="{A7761AA5-D979-4EB5-991D-BC7D8CBA0327}" srcOrd="9" destOrd="0" presId="urn:microsoft.com/office/officeart/2005/8/layout/list1"/>
    <dgm:cxn modelId="{F1581DDB-1779-4AB2-8C04-20085B900CB3}" type="presParOf" srcId="{AB2EF81C-BF4D-47D1-B77A-067282302E1F}" destId="{22FAD3E0-C007-4507-8B3F-E95DED63409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790A3-9675-4734-9DD2-E9A676ACACDF}">
      <dsp:nvSpPr>
        <dsp:cNvPr id="0" name=""/>
        <dsp:cNvSpPr/>
      </dsp:nvSpPr>
      <dsp:spPr>
        <a:xfrm>
          <a:off x="705744" y="113074"/>
          <a:ext cx="839303" cy="839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E3C4A-A28E-4C32-B78C-8EA0A78DE684}">
      <dsp:nvSpPr>
        <dsp:cNvPr id="0" name=""/>
        <dsp:cNvSpPr/>
      </dsp:nvSpPr>
      <dsp:spPr>
        <a:xfrm>
          <a:off x="881998" y="289328"/>
          <a:ext cx="486795" cy="486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8CE95-551C-4BF0-A19E-F127C6AFB557}">
      <dsp:nvSpPr>
        <dsp:cNvPr id="0" name=""/>
        <dsp:cNvSpPr/>
      </dsp:nvSpPr>
      <dsp:spPr>
        <a:xfrm>
          <a:off x="1724898" y="113074"/>
          <a:ext cx="1978357" cy="839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1. </a:t>
          </a:r>
          <a:r>
            <a:rPr lang="fr-FR" sz="1400" b="1" kern="1200" noProof="0" dirty="0"/>
            <a:t>Qu'est-ce que le Bac Pro MCV </a:t>
          </a:r>
          <a:endParaRPr lang="fr-FR" sz="1400" kern="1200" noProof="0" dirty="0"/>
        </a:p>
      </dsp:txBody>
      <dsp:txXfrm>
        <a:off x="1724898" y="113074"/>
        <a:ext cx="1978357" cy="839303"/>
      </dsp:txXfrm>
    </dsp:sp>
    <dsp:sp modelId="{FD17791F-72CE-486C-B01D-6435E1D50C99}">
      <dsp:nvSpPr>
        <dsp:cNvPr id="0" name=""/>
        <dsp:cNvSpPr/>
      </dsp:nvSpPr>
      <dsp:spPr>
        <a:xfrm>
          <a:off x="4047969" y="113074"/>
          <a:ext cx="839303" cy="839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C8FCA-CA8D-4EED-9FE3-5FDE950942B5}">
      <dsp:nvSpPr>
        <dsp:cNvPr id="0" name=""/>
        <dsp:cNvSpPr/>
      </dsp:nvSpPr>
      <dsp:spPr>
        <a:xfrm>
          <a:off x="4224223" y="289328"/>
          <a:ext cx="486795" cy="486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BA6EC-E922-4C51-AA04-20D3A9A22E5E}">
      <dsp:nvSpPr>
        <dsp:cNvPr id="0" name=""/>
        <dsp:cNvSpPr/>
      </dsp:nvSpPr>
      <dsp:spPr>
        <a:xfrm>
          <a:off x="5067123" y="113074"/>
          <a:ext cx="1978357" cy="839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2. </a:t>
          </a:r>
          <a:r>
            <a:rPr lang="fr-FR" sz="1400" b="1" kern="1200" noProof="0" dirty="0"/>
            <a:t>Les 4 grands blocs de compétences</a:t>
          </a:r>
          <a:endParaRPr lang="fr-FR" sz="1400" kern="1200" noProof="0" dirty="0"/>
        </a:p>
      </dsp:txBody>
      <dsp:txXfrm>
        <a:off x="5067123" y="113074"/>
        <a:ext cx="1978357" cy="839303"/>
      </dsp:txXfrm>
    </dsp:sp>
    <dsp:sp modelId="{0AEC5896-8F14-4076-A346-C2AFF1ABF794}">
      <dsp:nvSpPr>
        <dsp:cNvPr id="0" name=""/>
        <dsp:cNvSpPr/>
      </dsp:nvSpPr>
      <dsp:spPr>
        <a:xfrm>
          <a:off x="7390194" y="113074"/>
          <a:ext cx="839303" cy="839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900BE6-CAD7-4B8D-A2B7-D2932EA37D61}">
      <dsp:nvSpPr>
        <dsp:cNvPr id="0" name=""/>
        <dsp:cNvSpPr/>
      </dsp:nvSpPr>
      <dsp:spPr>
        <a:xfrm>
          <a:off x="7566447" y="289328"/>
          <a:ext cx="486795" cy="486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0CBB6-A560-4B21-B97B-C7830E6963E7}">
      <dsp:nvSpPr>
        <dsp:cNvPr id="0" name=""/>
        <dsp:cNvSpPr/>
      </dsp:nvSpPr>
      <dsp:spPr>
        <a:xfrm>
          <a:off x="8409347" y="113074"/>
          <a:ext cx="1978357" cy="839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3. </a:t>
          </a:r>
          <a:r>
            <a:rPr lang="fr-FR" sz="1400" b="1" kern="1200" noProof="0" dirty="0"/>
            <a:t>Les 4 grands blocs de compétences</a:t>
          </a:r>
          <a:endParaRPr lang="fr-FR" sz="1400" kern="1200" noProof="0" dirty="0"/>
        </a:p>
      </dsp:txBody>
      <dsp:txXfrm>
        <a:off x="8409347" y="113074"/>
        <a:ext cx="1978357" cy="839303"/>
      </dsp:txXfrm>
    </dsp:sp>
    <dsp:sp modelId="{44055AB9-3E3C-4C9C-9B43-2E4A73BCD1C8}">
      <dsp:nvSpPr>
        <dsp:cNvPr id="0" name=""/>
        <dsp:cNvSpPr/>
      </dsp:nvSpPr>
      <dsp:spPr>
        <a:xfrm>
          <a:off x="705744" y="1659180"/>
          <a:ext cx="839303" cy="839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50856D-E45A-4FA5-B131-8AE3AEA644D1}">
      <dsp:nvSpPr>
        <dsp:cNvPr id="0" name=""/>
        <dsp:cNvSpPr/>
      </dsp:nvSpPr>
      <dsp:spPr>
        <a:xfrm>
          <a:off x="881998" y="1835434"/>
          <a:ext cx="486795" cy="486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826376-D7C1-4469-9FFB-4E61FF6D764D}">
      <dsp:nvSpPr>
        <dsp:cNvPr id="0" name=""/>
        <dsp:cNvSpPr/>
      </dsp:nvSpPr>
      <dsp:spPr>
        <a:xfrm>
          <a:off x="1724898" y="1659180"/>
          <a:ext cx="1978357" cy="839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4. </a:t>
          </a:r>
          <a:r>
            <a:rPr lang="fr-FR" sz="1400" b="1" kern="1200" noProof="0" dirty="0"/>
            <a:t>Le savoir-être : la clé du métier de vendeur</a:t>
          </a:r>
          <a:endParaRPr lang="fr-FR" sz="1400" kern="1200" noProof="0" dirty="0"/>
        </a:p>
      </dsp:txBody>
      <dsp:txXfrm>
        <a:off x="1724898" y="1659180"/>
        <a:ext cx="1978357" cy="839303"/>
      </dsp:txXfrm>
    </dsp:sp>
    <dsp:sp modelId="{79DFC4BA-B5F9-43BC-B5A6-65DAB6AA7DE0}">
      <dsp:nvSpPr>
        <dsp:cNvPr id="0" name=""/>
        <dsp:cNvSpPr/>
      </dsp:nvSpPr>
      <dsp:spPr>
        <a:xfrm>
          <a:off x="4047969" y="1659180"/>
          <a:ext cx="839303" cy="839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2885C-E332-4C9C-BAF4-7434D52A7388}">
      <dsp:nvSpPr>
        <dsp:cNvPr id="0" name=""/>
        <dsp:cNvSpPr/>
      </dsp:nvSpPr>
      <dsp:spPr>
        <a:xfrm>
          <a:off x="4224223" y="1835434"/>
          <a:ext cx="486795" cy="486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DCC32-CDCD-4065-9048-D41EAEB10EA1}">
      <dsp:nvSpPr>
        <dsp:cNvPr id="0" name=""/>
        <dsp:cNvSpPr/>
      </dsp:nvSpPr>
      <dsp:spPr>
        <a:xfrm>
          <a:off x="5067123" y="1659180"/>
          <a:ext cx="1978357" cy="839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5.</a:t>
          </a:r>
          <a:r>
            <a:rPr lang="fr-FR" sz="1400" b="1" kern="1200" noProof="0" dirty="0"/>
            <a:t> Comment réussir sa Première ?</a:t>
          </a:r>
          <a:endParaRPr lang="fr-FR" sz="1400" kern="1200" noProof="0" dirty="0"/>
        </a:p>
      </dsp:txBody>
      <dsp:txXfrm>
        <a:off x="5067123" y="1659180"/>
        <a:ext cx="1978357" cy="839303"/>
      </dsp:txXfrm>
    </dsp:sp>
    <dsp:sp modelId="{FC3CF840-FC2A-430B-B3C0-465D0944B3E8}">
      <dsp:nvSpPr>
        <dsp:cNvPr id="0" name=""/>
        <dsp:cNvSpPr/>
      </dsp:nvSpPr>
      <dsp:spPr>
        <a:xfrm>
          <a:off x="7390194" y="1659180"/>
          <a:ext cx="839303" cy="839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5B307-8679-404B-A8A4-DBB0081498C7}">
      <dsp:nvSpPr>
        <dsp:cNvPr id="0" name=""/>
        <dsp:cNvSpPr/>
      </dsp:nvSpPr>
      <dsp:spPr>
        <a:xfrm>
          <a:off x="7566447" y="1835434"/>
          <a:ext cx="486795" cy="486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6B8DF-D90F-4EE4-A3F8-74DAE1617676}">
      <dsp:nvSpPr>
        <dsp:cNvPr id="0" name=""/>
        <dsp:cNvSpPr/>
      </dsp:nvSpPr>
      <dsp:spPr>
        <a:xfrm>
          <a:off x="8409347" y="1659180"/>
          <a:ext cx="1978357" cy="839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6.</a:t>
          </a:r>
          <a:r>
            <a:rPr lang="fr-FR" sz="1400" b="1" kern="1200" noProof="0" dirty="0"/>
            <a:t> Comment réussir sa Terminale ?</a:t>
          </a:r>
          <a:endParaRPr lang="fr-FR" sz="1400" kern="1200" noProof="0" dirty="0"/>
        </a:p>
      </dsp:txBody>
      <dsp:txXfrm>
        <a:off x="8409347" y="1659180"/>
        <a:ext cx="1978357" cy="839303"/>
      </dsp:txXfrm>
    </dsp:sp>
    <dsp:sp modelId="{D88B989E-7691-4715-A41F-444EB59DA3C9}">
      <dsp:nvSpPr>
        <dsp:cNvPr id="0" name=""/>
        <dsp:cNvSpPr/>
      </dsp:nvSpPr>
      <dsp:spPr>
        <a:xfrm>
          <a:off x="705744" y="3205286"/>
          <a:ext cx="839303" cy="839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2D120-1922-4E64-9F51-43CCD9E4EC03}">
      <dsp:nvSpPr>
        <dsp:cNvPr id="0" name=""/>
        <dsp:cNvSpPr/>
      </dsp:nvSpPr>
      <dsp:spPr>
        <a:xfrm>
          <a:off x="881998" y="3381540"/>
          <a:ext cx="486795" cy="4867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17EFA-03CD-4CE2-ACFC-6285BA6E6DD4}">
      <dsp:nvSpPr>
        <dsp:cNvPr id="0" name=""/>
        <dsp:cNvSpPr/>
      </dsp:nvSpPr>
      <dsp:spPr>
        <a:xfrm>
          <a:off x="1724898" y="3205286"/>
          <a:ext cx="1978357" cy="839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7.</a:t>
          </a:r>
          <a:r>
            <a:rPr lang="fr-FR" sz="1400" b="1" kern="1200" noProof="0" dirty="0"/>
            <a:t> 4 blocs de compétences.</a:t>
          </a:r>
          <a:r>
            <a:rPr lang="fr-FR" sz="1400" kern="1200" noProof="0" dirty="0"/>
            <a:t> </a:t>
          </a:r>
          <a:r>
            <a:rPr lang="fr-FR" sz="1400" b="1" kern="1200" noProof="0" dirty="0"/>
            <a:t>Un savoir-être exemplaire.</a:t>
          </a:r>
          <a:r>
            <a:rPr lang="fr-FR" sz="1400" kern="1200" noProof="0" dirty="0"/>
            <a:t> </a:t>
          </a:r>
          <a:r>
            <a:rPr lang="fr-FR" sz="1400" b="1" kern="1200" noProof="0" dirty="0"/>
            <a:t>Deux années pour réussir.</a:t>
          </a:r>
          <a:endParaRPr lang="fr-FR" sz="1400" kern="1200" noProof="0" dirty="0"/>
        </a:p>
      </dsp:txBody>
      <dsp:txXfrm>
        <a:off x="1724898" y="3205286"/>
        <a:ext cx="1978357" cy="839303"/>
      </dsp:txXfrm>
    </dsp:sp>
    <dsp:sp modelId="{A30F10B4-C842-4FFB-AB45-44ED38338C99}">
      <dsp:nvSpPr>
        <dsp:cNvPr id="0" name=""/>
        <dsp:cNvSpPr/>
      </dsp:nvSpPr>
      <dsp:spPr>
        <a:xfrm>
          <a:off x="4047969" y="3205286"/>
          <a:ext cx="839303" cy="8393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8F7315-E6A8-4622-9962-A5C41A91E9A0}">
      <dsp:nvSpPr>
        <dsp:cNvPr id="0" name=""/>
        <dsp:cNvSpPr/>
      </dsp:nvSpPr>
      <dsp:spPr>
        <a:xfrm>
          <a:off x="4224223" y="3381540"/>
          <a:ext cx="486795" cy="48679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E2277-7207-4C4F-ABF3-FEEC09BABB38}">
      <dsp:nvSpPr>
        <dsp:cNvPr id="0" name=""/>
        <dsp:cNvSpPr/>
      </dsp:nvSpPr>
      <dsp:spPr>
        <a:xfrm>
          <a:off x="5067123" y="3205286"/>
          <a:ext cx="1978357" cy="839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8</a:t>
          </a:r>
          <a:r>
            <a:rPr lang="fr-FR" sz="1400" b="1" kern="1200" noProof="0" dirty="0"/>
            <a:t>. Conclusion</a:t>
          </a:r>
        </a:p>
      </dsp:txBody>
      <dsp:txXfrm>
        <a:off x="5067123" y="3205286"/>
        <a:ext cx="1978357" cy="839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B7F99-E0B2-4B72-904E-D7FA7137B235}">
      <dsp:nvSpPr>
        <dsp:cNvPr id="0" name=""/>
        <dsp:cNvSpPr/>
      </dsp:nvSpPr>
      <dsp:spPr>
        <a:xfrm>
          <a:off x="0" y="1516755"/>
          <a:ext cx="6900512" cy="1515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270764" rIns="5355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i="0" kern="1200" noProof="0" dirty="0"/>
            <a:t>Savoir-être exemplaire :</a:t>
          </a:r>
          <a:r>
            <a:rPr lang="fr-FR" sz="1300" b="0" i="0" kern="1200" noProof="0" dirty="0"/>
            <a:t> Ponctualité, rigueur, sourire et excellente communication verbale &amp; non-verbale.</a:t>
          </a:r>
          <a:endParaRPr lang="fr-FR" sz="1300" kern="1200" noProof="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i="0" kern="1200" noProof="0" dirty="0"/>
            <a:t>Maitrise des 4 blocs :</a:t>
          </a:r>
          <a:r>
            <a:rPr lang="fr-FR" sz="1300" b="0" i="0" kern="1200" noProof="0" dirty="0"/>
            <a:t> Développer ses compétences aussi bien en cours théoriques qu'en PFMP (stages).</a:t>
          </a:r>
          <a:endParaRPr lang="fr-FR" sz="1300" kern="1200" noProof="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i="0" kern="1200" noProof="0" dirty="0"/>
            <a:t>Engagement sur 2 ans :</a:t>
          </a:r>
          <a:r>
            <a:rPr lang="fr-FR" sz="1300" b="0" i="0" kern="1200" noProof="0" dirty="0"/>
            <a:t> Régularité du travail personnel, tenue du dossier professionnel et esprit d'équipe.</a:t>
          </a:r>
          <a:endParaRPr lang="fr-FR" sz="1300" kern="1200" noProof="0" dirty="0"/>
        </a:p>
      </dsp:txBody>
      <dsp:txXfrm>
        <a:off x="0" y="1516755"/>
        <a:ext cx="6900512" cy="1515150"/>
      </dsp:txXfrm>
    </dsp:sp>
    <dsp:sp modelId="{3C899095-AEAD-418E-8579-5007CC875191}">
      <dsp:nvSpPr>
        <dsp:cNvPr id="0" name=""/>
        <dsp:cNvSpPr/>
      </dsp:nvSpPr>
      <dsp:spPr>
        <a:xfrm>
          <a:off x="345025" y="1324875"/>
          <a:ext cx="4830358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i="0" kern="1200" noProof="0" dirty="0"/>
            <a:t>Les 3 Piliers du Succès</a:t>
          </a:r>
          <a:endParaRPr lang="fr-FR" sz="1300" kern="1200" noProof="0" dirty="0"/>
        </a:p>
      </dsp:txBody>
      <dsp:txXfrm>
        <a:off x="363759" y="1343609"/>
        <a:ext cx="4792890" cy="346292"/>
      </dsp:txXfrm>
    </dsp:sp>
    <dsp:sp modelId="{1A80B37E-999D-47CD-AF75-5A61CFC913E4}">
      <dsp:nvSpPr>
        <dsp:cNvPr id="0" name=""/>
        <dsp:cNvSpPr/>
      </dsp:nvSpPr>
      <dsp:spPr>
        <a:xfrm>
          <a:off x="0" y="3293985"/>
          <a:ext cx="6900512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85470-6954-426A-B2D2-B6A631C41576}">
      <dsp:nvSpPr>
        <dsp:cNvPr id="0" name=""/>
        <dsp:cNvSpPr/>
      </dsp:nvSpPr>
      <dsp:spPr>
        <a:xfrm>
          <a:off x="345025" y="3102105"/>
          <a:ext cx="4830358" cy="38376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i="0" kern="1200" noProof="0" dirty="0"/>
            <a:t>Bonne route vers le Bac Pro MCV !</a:t>
          </a:r>
          <a:endParaRPr lang="fr-FR" sz="1300" kern="1200" noProof="0" dirty="0"/>
        </a:p>
      </dsp:txBody>
      <dsp:txXfrm>
        <a:off x="363759" y="3120839"/>
        <a:ext cx="4792890" cy="346292"/>
      </dsp:txXfrm>
    </dsp:sp>
    <dsp:sp modelId="{22FAD3E0-C007-4507-8B3F-E95DED63409C}">
      <dsp:nvSpPr>
        <dsp:cNvPr id="0" name=""/>
        <dsp:cNvSpPr/>
      </dsp:nvSpPr>
      <dsp:spPr>
        <a:xfrm>
          <a:off x="0" y="3883665"/>
          <a:ext cx="6900512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2D9AF-66DD-4B64-9D17-D9AD1381D443}">
      <dsp:nvSpPr>
        <dsp:cNvPr id="0" name=""/>
        <dsp:cNvSpPr/>
      </dsp:nvSpPr>
      <dsp:spPr>
        <a:xfrm>
          <a:off x="345025" y="3691785"/>
          <a:ext cx="4830358" cy="38376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i="0" kern="1200" noProof="0" dirty="0"/>
            <a:t>Motivation • Régularité • Sens du contact • Professionnalisme</a:t>
          </a:r>
          <a:endParaRPr lang="fr-FR" sz="1300" kern="1200" noProof="0" dirty="0"/>
        </a:p>
      </dsp:txBody>
      <dsp:txXfrm>
        <a:off x="363759" y="3710519"/>
        <a:ext cx="4792890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0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280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36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45720"/>
            <a:ext cx="12188952" cy="6858000"/>
          </a:xfrm>
          <a:prstGeom prst="rect">
            <a:avLst/>
          </a:prstGeom>
          <a:solidFill>
            <a:srgbClr val="222C5E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332720" y="3291840"/>
            <a:ext cx="3657600" cy="365760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 DU COMMERCE ET DE LA VENTE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1MCVA</a:t>
            </a:r>
            <a:endParaRPr lang="en-US" sz="9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7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Animation et gestion de l'espace commercial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188720" cy="548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Réussir sa filière : les 4 blocs de compétences, les entreprises d'accueil,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savoir-être et les clés de la réussite en 1ère et Terminale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92640" y="4892040"/>
            <a:ext cx="1371600" cy="13716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/home/claude/mcv/icons/sto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50977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C26E132A-760A-9546-087E-6FD74800C12A}"/>
              </a:ext>
            </a:extLst>
          </p:cNvPr>
          <p:cNvSpPr txBox="1"/>
          <p:nvPr/>
        </p:nvSpPr>
        <p:spPr>
          <a:xfrm>
            <a:off x="550863" y="365125"/>
            <a:ext cx="110902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Sommaire</a:t>
            </a:r>
          </a:p>
        </p:txBody>
      </p:sp>
      <p:graphicFrame>
        <p:nvGraphicFramePr>
          <p:cNvPr id="7" name="ZoneTexte 3">
            <a:extLst>
              <a:ext uri="{FF2B5EF4-FFF2-40B4-BE49-F238E27FC236}">
                <a16:creationId xmlns:a16="http://schemas.microsoft.com/office/drawing/2014/main" id="{CE1E50C8-DEE2-FA50-A90F-39D66B57B0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1623496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58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FILIÈRE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le Bac Pro MCV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 Pro Métiers du Commerce et de la Vente (option A) forme des </a:t>
            </a: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 commerciaux polyvalents</a:t>
            </a: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capables d'accueillir, conseiller, vendre et fidéliser une clientèle au sein d'une unité commerciale, physique ou digitale.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1783080" cy="1234440"/>
          </a:xfrm>
          <a:prstGeom prst="rect">
            <a:avLst/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et Terminale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2971800"/>
            <a:ext cx="1783080" cy="1234440"/>
          </a:xfrm>
          <a:prstGeom prst="rect">
            <a:avLst/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51460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Niveau</a:t>
            </a: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 d'État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2971800"/>
            <a:ext cx="1783080" cy="1234440"/>
          </a:xfrm>
          <a:prstGeom prst="rect">
            <a:avLst/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48056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sem.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8056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stage (PFMP)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 À RETENIR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55064" y="48463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655064" y="48463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61488" y="484632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61488" y="48463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85032" y="48463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85032" y="4846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48656" y="484632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248656" y="4846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Omnicanal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58384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8640" y="535838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commerciale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52344" y="5358384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752344" y="535838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client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86600" y="1463040"/>
            <a:ext cx="4526280" cy="3840480"/>
          </a:xfrm>
          <a:prstGeom prst="roundRect">
            <a:avLst>
              <a:gd name="adj" fmla="val 2381"/>
            </a:avLst>
          </a:prstGeom>
          <a:solidFill>
            <a:srgbClr val="222C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406640" y="178308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0" descr="/home/claude/mcv/icons/gradu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510" y="1885950"/>
            <a:ext cx="480060" cy="4800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27532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Après le Bac Pro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7406640" y="2752344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7680960" y="2624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Vendeur conseil / spécialiste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406640" y="3319272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7680960" y="31912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commercial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406640" y="3886200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7680960" y="37581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Conseiller de vente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406640" y="4453128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7680960" y="43251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Poursuite : BTS MCO, BTS NRC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RÉFÉRENTIEL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grands blocs de compétences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mcv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907438"/>
            <a:ext cx="528523" cy="528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3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783080" y="176479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Conseiller et vendre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commerciale, vente en omnicanal, exécution de la vente.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537960" y="17830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/home/claude/mcv/icons/tru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318" y="1907438"/>
            <a:ext cx="528523" cy="5285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98480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3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498080" y="176479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ventes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537960" y="26517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commande, gestion des retours, satisfaction client.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C9970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/home/claude/mcv/icons/he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" y="4239158"/>
            <a:ext cx="528523" cy="52852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3950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3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1783080" y="409651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Fidéliser la clientèle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22960" y="49834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du contact client, actions de fidélisation.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38404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6537960" y="4114800"/>
            <a:ext cx="777240" cy="777240"/>
          </a:xfrm>
          <a:prstGeom prst="ellipse">
            <a:avLst/>
          </a:prstGeom>
          <a:solidFill>
            <a:srgbClr val="222C5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3" descr="/home/claude/mcv/icons/layou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318" y="4239158"/>
            <a:ext cx="528523" cy="52852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98480" y="3950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3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498080" y="409651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Animer et gérer l'espace commercial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6537960" y="49834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rayon, attractivité du point de vente, développement clientèle.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PFMP (STAGES)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entreprises qui peuvent nous accueillir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unité commerciale, physique ou en ligne, disposant d'une activité de vente et de conseil à la clientèle.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04672" y="2130552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/home/claude/mcv/icons/c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2232965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83464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distribution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32004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Carrefour, Leclerc, Auchan, Intermarché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18745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81144" y="213055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/home/claude/mcv/icons/b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557" y="2232965"/>
            <a:ext cx="435254" cy="435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283464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Magasins spécialisés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81144" y="32004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Décathlon, Fnac, Boulanger, Darty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18745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357616" y="2130552"/>
            <a:ext cx="640080" cy="640080"/>
          </a:xfrm>
          <a:prstGeom prst="ellipse">
            <a:avLst/>
          </a:prstGeom>
          <a:solidFill>
            <a:srgbClr val="C9970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/home/claude/mcv/icons/tshi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029" y="2232965"/>
            <a:ext cx="435254" cy="435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283464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Prêt-à-porter &amp; mode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57616" y="32004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Zara, Kiabi, Célio, chaussures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959352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804672" y="4215384"/>
            <a:ext cx="640080" cy="640080"/>
          </a:xfrm>
          <a:prstGeom prst="ellipse">
            <a:avLst/>
          </a:prstGeom>
          <a:solidFill>
            <a:srgbClr val="222C5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/home/claude/mcv/icons/build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5" y="4317797"/>
            <a:ext cx="435254" cy="4352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491947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de proximité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04672" y="528523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Boulangeries, primeurs, boutiques indépendantes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5112" y="3959352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4581144" y="4215384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4" descr="/home/claude/mcv/icons/utensil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3557" y="4317797"/>
            <a:ext cx="435254" cy="43525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81144" y="491947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&amp; CHR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81144" y="528523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rapide, hôtellerie-café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01584" y="3959352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8357616" y="4215384"/>
            <a:ext cx="640080" cy="640080"/>
          </a:xfrm>
          <a:prstGeom prst="ellipse">
            <a:avLst/>
          </a:prstGeom>
          <a:solidFill>
            <a:srgbClr val="C9970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5" descr="/home/claude/mcv/icons/lapto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0029" y="4317797"/>
            <a:ext cx="435254" cy="43525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7616" y="491947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digital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57616" y="528523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en ligne, service client, drive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L'ATTITUDE PROFESSIONNELLE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savoir-être : la clé du métier de vendeur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A55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/home/claude/mcv/icons/smi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" y="2136038"/>
            <a:ext cx="528523" cy="5285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6916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 de l'accueil &amp; sourire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A55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53712" y="201168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mcv/icons/clo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070" y="2136038"/>
            <a:ext cx="528523" cy="528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6916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Ponctualité et assiduité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01584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A55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8330184" y="201168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/home/claude/mcv/icons/us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542" y="2136038"/>
            <a:ext cx="528523" cy="5285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44584" y="16916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d'équipe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33832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A55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777240" y="370332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/home/claude/mcv/icons/comment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" y="3827678"/>
            <a:ext cx="528523" cy="52852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33832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claire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325112" y="33832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A55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6"/>
          <p:cNvSpPr/>
          <p:nvPr/>
        </p:nvSpPr>
        <p:spPr>
          <a:xfrm>
            <a:off x="4553712" y="370332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4" descr="/home/claude/mcv/icons/sync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8070" y="3827678"/>
            <a:ext cx="528523" cy="52852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68112" y="33832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Adaptabilité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101584" y="33832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A559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8330184" y="3703320"/>
            <a:ext cx="777240" cy="7772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/home/claude/mcv/icons/star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542" y="3827678"/>
            <a:ext cx="528523" cy="52852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244584" y="33832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 du service et rigueur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savoir-être compte souvent autant que la technique : c'est lui qui fait la différence en entretien et en stage.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réussir sa Première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856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/home/claude/mcv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494483"/>
            <a:ext cx="497434" cy="4974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Poser les bases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Assimiler le vocabulaire commercial et les techniques de vente dès les premiers cours.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16916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538728" y="1856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538728" y="23774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/home/claude/mcv/icons/briefc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71" y="2494483"/>
            <a:ext cx="497434" cy="4974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S'investir en PFMP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38728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Profiter du 1er stage pour observer, poser des questions et prendre des initiatives.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16916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6345936" y="1856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345936" y="23774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/home/claude/mcv/icons/st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79" y="2494483"/>
            <a:ext cx="497434" cy="49743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Soigner sa présentation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345936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Tenue, langage, sourire : construire des habitudes professionnelles dès le départ.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970264" y="16916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8"/>
          <p:cNvSpPr/>
          <p:nvPr/>
        </p:nvSpPr>
        <p:spPr>
          <a:xfrm>
            <a:off x="9153144" y="1856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153144" y="23774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/home/claude/mcv/icons/calend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0187" y="2494483"/>
            <a:ext cx="497434" cy="49743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53144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son travail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153144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son dossier professionnel à jour tout au long de l'année, pas à la dernière minute.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512064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22C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777240" y="5294376"/>
            <a:ext cx="530352" cy="530352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4" descr="/home/claude/mcv/icons/lightbulb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793" y="5373929"/>
            <a:ext cx="371246" cy="37124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51206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l'attestation de réussite intermédiaire se prépare dès la fin de la Première — la régularité paie.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réussir sa Terminale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856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/home/claude/mcv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494483"/>
            <a:ext cx="497434" cy="4974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Viser l'autonomie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force de proposition en entreprise : gérer un rayon, une animation, un entretien de vente seul.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16916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538728" y="1856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538728" y="23774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/home/claude/mcv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71" y="2494483"/>
            <a:ext cx="497434" cy="4974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épreuves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38728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Réviser l'analyse et la résolution de situations professionnelles (coeff. le plus élevé).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16916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6345936" y="1856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345936" y="23774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/home/claude/mcv/icons/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79" y="2494483"/>
            <a:ext cx="497434" cy="49743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son dossier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345936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Rassembler des situations professionnelles concrètes vécues en PFMP pour les oraux.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970264" y="16916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7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8"/>
          <p:cNvSpPr/>
          <p:nvPr/>
        </p:nvSpPr>
        <p:spPr>
          <a:xfrm>
            <a:off x="9153144" y="1856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153144" y="23774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/home/claude/mcv/icons/graduatio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0187" y="2494483"/>
            <a:ext cx="497434" cy="49743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53144" y="3291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2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l'après-Bac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153144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renseigner tôt sur Parcoursup : BTS MCO, BTS NRC, ou entrée directe en poste.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512064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22C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777240" y="5294376"/>
            <a:ext cx="530352" cy="530352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4" descr="/home/claude/mcv/icons/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793" y="5373929"/>
            <a:ext cx="371246" cy="37124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51206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épreuves valident le diplôme — l'analyse de situations professionnelles pèse le plus lourd (coeff. 4).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blocs de compétences.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savoir-être exemplaire.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années pour réussir.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1188720" cy="548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Conseiller et vendre  •  Suivre les ventes  •  Fidéliser la clientèle  •  Animer l'espace commercial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• Régularité • Sens du contact • Esprit d'équipe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1005840" cy="10058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/home/claude/mcv/icons/gradua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5362956"/>
            <a:ext cx="704088" cy="7040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57400" y="5212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route vers la réussite en Bac Pro MCV 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35A369D-FDA4-DD5C-CC81-2B29F7FE05F8}"/>
              </a:ext>
            </a:extLst>
          </p:cNvPr>
          <p:cNvSpPr txBox="1"/>
          <p:nvPr/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54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aphicFrame>
        <p:nvGraphicFramePr>
          <p:cNvPr id="23" name="ZoneTexte 3">
            <a:extLst>
              <a:ext uri="{FF2B5EF4-FFF2-40B4-BE49-F238E27FC236}">
                <a16:creationId xmlns:a16="http://schemas.microsoft.com/office/drawing/2014/main" id="{DD432A7C-B678-736F-6A1C-DAFCE3A7ED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1993989"/>
              </p:ext>
            </p:extLst>
          </p:nvPr>
        </p:nvGraphicFramePr>
        <p:xfrm>
          <a:off x="5173640" y="713893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 descr="Ruban">
            <a:extLst>
              <a:ext uri="{FF2B5EF4-FFF2-40B4-BE49-F238E27FC236}">
                <a16:creationId xmlns:a16="http://schemas.microsoft.com/office/drawing/2014/main" id="{67265AE7-EDD1-036B-1885-91E6B283A3D3}"/>
              </a:ext>
            </a:extLst>
          </p:cNvPr>
          <p:cNvSpPr/>
          <p:nvPr/>
        </p:nvSpPr>
        <p:spPr>
          <a:xfrm>
            <a:off x="4359983" y="1874402"/>
            <a:ext cx="682313" cy="58737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6" name="Rectangle 5" descr="Highway scene">
            <a:extLst>
              <a:ext uri="{FF2B5EF4-FFF2-40B4-BE49-F238E27FC236}">
                <a16:creationId xmlns:a16="http://schemas.microsoft.com/office/drawing/2014/main" id="{A4D8AB62-4AAF-C971-163D-7D314B3AD3A9}"/>
              </a:ext>
            </a:extLst>
          </p:cNvPr>
          <p:cNvSpPr/>
          <p:nvPr/>
        </p:nvSpPr>
        <p:spPr>
          <a:xfrm>
            <a:off x="4393071" y="3740132"/>
            <a:ext cx="682313" cy="58737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7" name="Rectangle 6" descr="Head with Gears">
            <a:extLst>
              <a:ext uri="{FF2B5EF4-FFF2-40B4-BE49-F238E27FC236}">
                <a16:creationId xmlns:a16="http://schemas.microsoft.com/office/drawing/2014/main" id="{F2AA26F5-C6DC-EFEA-5554-7402605C9C46}"/>
              </a:ext>
            </a:extLst>
          </p:cNvPr>
          <p:cNvSpPr/>
          <p:nvPr/>
        </p:nvSpPr>
        <p:spPr>
          <a:xfrm>
            <a:off x="4376527" y="4396222"/>
            <a:ext cx="682313" cy="58737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688319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767</Words>
  <Application>Microsoft Office PowerPoint</Application>
  <PresentationFormat>Grand écran</PresentationFormat>
  <Paragraphs>132</Paragraphs>
  <Slides>10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CILLIER FAVIER Mathéo</dc:creator>
  <cp:lastModifiedBy>CILLIER FAVIER Mathéo</cp:lastModifiedBy>
  <cp:revision>12</cp:revision>
  <dcterms:created xsi:type="dcterms:W3CDTF">2026-09-03T13:26:15Z</dcterms:created>
  <dcterms:modified xsi:type="dcterms:W3CDTF">2026-09-03T14:41:31Z</dcterms:modified>
</cp:coreProperties>
</file>